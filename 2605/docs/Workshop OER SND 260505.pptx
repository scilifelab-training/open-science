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2" r:id="rId5"/>
    <p:sldMasterId id="2147484029" r:id="rId6"/>
  </p:sldMasterIdLst>
  <p:notesMasterIdLst>
    <p:notesMasterId r:id="rId24"/>
  </p:notesMasterIdLst>
  <p:handoutMasterIdLst>
    <p:handoutMasterId r:id="rId25"/>
  </p:handoutMasterIdLst>
  <p:sldIdLst>
    <p:sldId id="256" r:id="rId7"/>
    <p:sldId id="262" r:id="rId8"/>
    <p:sldId id="258" r:id="rId9"/>
    <p:sldId id="272" r:id="rId10"/>
    <p:sldId id="257" r:id="rId11"/>
    <p:sldId id="274" r:id="rId12"/>
    <p:sldId id="275" r:id="rId13"/>
    <p:sldId id="276" r:id="rId14"/>
    <p:sldId id="273" r:id="rId15"/>
    <p:sldId id="278" r:id="rId16"/>
    <p:sldId id="277" r:id="rId17"/>
    <p:sldId id="269" r:id="rId18"/>
    <p:sldId id="271" r:id="rId19"/>
    <p:sldId id="270" r:id="rId20"/>
    <p:sldId id="268" r:id="rId21"/>
    <p:sldId id="261" r:id="rId22"/>
    <p:sldId id="279" r:id="rId23"/>
  </p:sldIdLst>
  <p:sldSz cx="9144000" cy="5143500" type="screen16x9"/>
  <p:notesSz cx="6858000" cy="9144000"/>
  <p:defaultTextStyle>
    <a:defPPr>
      <a:defRPr lang="sv-S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C6D87"/>
    <a:srgbClr val="464646"/>
    <a:srgbClr val="FBFCFB"/>
    <a:srgbClr val="F9F9F9"/>
    <a:srgbClr val="0E417D"/>
    <a:srgbClr val="073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7A7FF6-68D2-1C4A-AD7C-100FF0A5696E}" v="8" dt="2026-05-08T10:20:36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8" autoAdjust="0"/>
    <p:restoredTop sz="61233" autoAdjust="0"/>
  </p:normalViewPr>
  <p:slideViewPr>
    <p:cSldViewPr snapToObjects="1">
      <p:cViewPr varScale="1">
        <p:scale>
          <a:sx n="100" d="100"/>
          <a:sy n="100" d="100"/>
        </p:scale>
        <p:origin x="1576" y="16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ias von Feilitzen" userId="a60fc9e4-3c3e-4ff6-8576-fd1efbe19fa7" providerId="ADAL" clId="{CF411624-AD36-544E-9806-C77D4E6B4059}"/>
    <pc:docChg chg="custSel modSld">
      <pc:chgData name="Mattias von Feilitzen" userId="a60fc9e4-3c3e-4ff6-8576-fd1efbe19fa7" providerId="ADAL" clId="{CF411624-AD36-544E-9806-C77D4E6B4059}" dt="2026-05-08T10:21:48.509" v="70" actId="20577"/>
      <pc:docMkLst>
        <pc:docMk/>
      </pc:docMkLst>
      <pc:sldChg chg="addSp modSp mod">
        <pc:chgData name="Mattias von Feilitzen" userId="a60fc9e4-3c3e-4ff6-8576-fd1efbe19fa7" providerId="ADAL" clId="{CF411624-AD36-544E-9806-C77D4E6B4059}" dt="2026-05-08T10:21:29.510" v="69" actId="20577"/>
        <pc:sldMkLst>
          <pc:docMk/>
          <pc:sldMk cId="3385085183" sldId="256"/>
        </pc:sldMkLst>
        <pc:spChg chg="add mod">
          <ac:chgData name="Mattias von Feilitzen" userId="a60fc9e4-3c3e-4ff6-8576-fd1efbe19fa7" providerId="ADAL" clId="{CF411624-AD36-544E-9806-C77D4E6B4059}" dt="2026-05-08T10:21:29.510" v="69" actId="20577"/>
          <ac:spMkLst>
            <pc:docMk/>
            <pc:sldMk cId="3385085183" sldId="256"/>
            <ac:spMk id="6" creationId="{605252E6-7049-0020-2517-1F0E6F6CFC3A}"/>
          </ac:spMkLst>
        </pc:spChg>
        <pc:picChg chg="add mod">
          <ac:chgData name="Mattias von Feilitzen" userId="a60fc9e4-3c3e-4ff6-8576-fd1efbe19fa7" providerId="ADAL" clId="{CF411624-AD36-544E-9806-C77D4E6B4059}" dt="2026-05-08T10:20:53.455" v="35" actId="1038"/>
          <ac:picMkLst>
            <pc:docMk/>
            <pc:sldMk cId="3385085183" sldId="256"/>
            <ac:picMk id="5" creationId="{DF0DF643-1B10-E4E3-0845-3C41E89AFBB1}"/>
          </ac:picMkLst>
        </pc:picChg>
      </pc:sldChg>
      <pc:sldChg chg="modNotes modNotesTx">
        <pc:chgData name="Mattias von Feilitzen" userId="a60fc9e4-3c3e-4ff6-8576-fd1efbe19fa7" providerId="ADAL" clId="{CF411624-AD36-544E-9806-C77D4E6B4059}" dt="2026-05-08T09:35:30.307" v="7" actId="27636"/>
        <pc:sldMkLst>
          <pc:docMk/>
          <pc:sldMk cId="2636326465" sldId="257"/>
        </pc:sldMkLst>
      </pc:sldChg>
      <pc:sldChg chg="modNotes modNotesTx">
        <pc:chgData name="Mattias von Feilitzen" userId="a60fc9e4-3c3e-4ff6-8576-fd1efbe19fa7" providerId="ADAL" clId="{CF411624-AD36-544E-9806-C77D4E6B4059}" dt="2026-05-08T10:21:48.509" v="70" actId="20577"/>
        <pc:sldMkLst>
          <pc:docMk/>
          <pc:sldMk cId="323964324" sldId="2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8F1B7-9674-7B4B-B65F-D26117F5FD28}" type="datetimeFigureOut">
              <a:rPr lang="sv-SE" smtClean="0"/>
              <a:t>2026-05-08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A4B55-9A99-4440-BFDC-0CE552D77BA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196394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33FE497B-861D-AC4B-B4ED-8C94104B2AC0}" type="datetime1">
              <a:rPr lang="sv-SE"/>
              <a:pPr>
                <a:defRPr/>
              </a:pPr>
              <a:t>2026-05-08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sv-SE" noProof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B7A5680B-5CFF-5C46-8A8E-F880F761868B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696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ＭＳ Ｐゴシック" pitchFamily="-65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23978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98634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cs typeface="Calibri"/>
              </a:rPr>
              <a:t>Global trend </a:t>
            </a:r>
            <a:r>
              <a:rPr lang="en-US" dirty="0">
                <a:cs typeface="Calibri"/>
              </a:rPr>
              <a:t>linked to education for </a:t>
            </a:r>
            <a:r>
              <a:rPr lang="en-US" b="1" dirty="0">
                <a:cs typeface="Calibri"/>
              </a:rPr>
              <a:t>sustainable development</a:t>
            </a:r>
            <a:r>
              <a:rPr lang="en-US" dirty="0">
                <a:cs typeface="Calibri"/>
              </a:rPr>
              <a:t> and to </a:t>
            </a:r>
            <a:r>
              <a:rPr lang="en-US" b="1" dirty="0">
                <a:cs typeface="Calibri"/>
              </a:rPr>
              <a:t>learning together </a:t>
            </a:r>
            <a:r>
              <a:rPr lang="en-US" dirty="0">
                <a:cs typeface="Calibri"/>
              </a:rPr>
              <a:t>from a </a:t>
            </a:r>
            <a:r>
              <a:rPr lang="en-US" b="1" dirty="0">
                <a:cs typeface="Calibri"/>
              </a:rPr>
              <a:t>student-centered perspective</a:t>
            </a:r>
            <a:r>
              <a:rPr lang="en-US" dirty="0">
                <a:cs typeface="Calibri"/>
              </a:rPr>
              <a:t>. </a:t>
            </a:r>
          </a:p>
          <a:p>
            <a:endParaRPr lang="en-US" b="1" dirty="0">
              <a:cs typeface="Calibri"/>
            </a:endParaRPr>
          </a:p>
          <a:p>
            <a:r>
              <a:rPr lang="en-US" b="1" dirty="0">
                <a:cs typeface="Calibri"/>
              </a:rPr>
              <a:t>Open Education </a:t>
            </a:r>
            <a:r>
              <a:rPr lang="en-US" dirty="0">
                <a:cs typeface="Calibri"/>
              </a:rPr>
              <a:t>(OE) is about </a:t>
            </a:r>
            <a:r>
              <a:rPr lang="en-US" b="1" dirty="0">
                <a:cs typeface="Calibri"/>
              </a:rPr>
              <a:t>removing barriers </a:t>
            </a:r>
            <a:r>
              <a:rPr lang="en-US" dirty="0">
                <a:cs typeface="Calibri"/>
              </a:rPr>
              <a:t>(such as prerequisite requirements) and </a:t>
            </a:r>
            <a:r>
              <a:rPr lang="en-US" b="1" dirty="0">
                <a:cs typeface="Calibri"/>
              </a:rPr>
              <a:t>increasing accessibility</a:t>
            </a:r>
            <a:r>
              <a:rPr lang="en-US" dirty="0">
                <a:cs typeface="Calibri"/>
              </a:rPr>
              <a:t>—most often through digital media. 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It began as an </a:t>
            </a:r>
            <a:r>
              <a:rPr lang="en-US" b="1" dirty="0">
                <a:cs typeface="Calibri"/>
              </a:rPr>
              <a:t>altruistic initiative </a:t>
            </a:r>
            <a:r>
              <a:rPr lang="en-US" dirty="0">
                <a:cs typeface="Calibri"/>
              </a:rPr>
              <a:t>driven by dedicated individuals, but has also developed into a </a:t>
            </a:r>
            <a:r>
              <a:rPr lang="en-US" b="1" dirty="0">
                <a:cs typeface="Calibri"/>
              </a:rPr>
              <a:t>research field</a:t>
            </a:r>
            <a:r>
              <a:rPr lang="en-US" dirty="0">
                <a:cs typeface="Calibri"/>
              </a:rPr>
              <a:t> with its own conferences and journals. 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It has been </a:t>
            </a:r>
            <a:r>
              <a:rPr lang="en-US" b="1" dirty="0">
                <a:cs typeface="Calibri"/>
              </a:rPr>
              <a:t>concretized through OER and OT</a:t>
            </a:r>
            <a:r>
              <a:rPr lang="en-US" dirty="0">
                <a:cs typeface="Calibri"/>
              </a:rPr>
              <a:t>. The focus is on </a:t>
            </a:r>
            <a:r>
              <a:rPr lang="en-US" b="1" dirty="0">
                <a:cs typeface="Calibri"/>
              </a:rPr>
              <a:t>dynamic resources </a:t>
            </a:r>
            <a:r>
              <a:rPr lang="en-US" dirty="0">
                <a:cs typeface="Calibri"/>
              </a:rPr>
              <a:t>created through a </a:t>
            </a:r>
            <a:r>
              <a:rPr lang="en-US" b="1" dirty="0">
                <a:cs typeface="Calibri"/>
              </a:rPr>
              <a:t>collective process </a:t>
            </a:r>
            <a:r>
              <a:rPr lang="en-US" dirty="0">
                <a:cs typeface="Calibri"/>
              </a:rPr>
              <a:t>that often includes students and may emphasize tools for reflection.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According to the OECD (2007), Open Educational Resources (OER) are “</a:t>
            </a:r>
            <a:r>
              <a:rPr lang="en-US" b="1" dirty="0">
                <a:cs typeface="Calibri"/>
              </a:rPr>
              <a:t>digital learning resources offered online free of charge and without licensing barriers for teachers, students, and lifelong learners to find, copy, use, remix, and share in teaching, learning, and research</a:t>
            </a:r>
            <a:r>
              <a:rPr lang="en-US" dirty="0">
                <a:cs typeface="Calibri"/>
              </a:rPr>
              <a:t>.” 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OER are </a:t>
            </a:r>
            <a:r>
              <a:rPr lang="en-US" b="1" dirty="0">
                <a:cs typeface="Calibri"/>
              </a:rPr>
              <a:t>not only course components</a:t>
            </a:r>
            <a:r>
              <a:rPr lang="en-US" dirty="0">
                <a:cs typeface="Calibri"/>
              </a:rPr>
              <a:t>; they can also be </a:t>
            </a:r>
            <a:r>
              <a:rPr lang="en-US" b="1" dirty="0">
                <a:cs typeface="Calibri"/>
              </a:rPr>
              <a:t>entire courses or reference works</a:t>
            </a:r>
            <a:r>
              <a:rPr lang="en-US" dirty="0">
                <a:cs typeface="Calibri"/>
              </a:rPr>
              <a:t>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/>
              <a:pPr>
                <a:defRPr/>
              </a:pPr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51267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 dirty="0"/>
              <a:t>Start by </a:t>
            </a:r>
            <a:r>
              <a:rPr lang="sv-SE" dirty="0" err="1"/>
              <a:t>clarifying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b="1" dirty="0"/>
              <a:t>OEP ≠ OER</a:t>
            </a:r>
            <a:r>
              <a:rPr lang="sv-SE" dirty="0"/>
              <a:t>.</a:t>
            </a:r>
          </a:p>
          <a:p>
            <a:r>
              <a:rPr lang="sv-SE" dirty="0" err="1"/>
              <a:t>Emphasize</a:t>
            </a:r>
            <a:r>
              <a:rPr lang="sv-SE" dirty="0"/>
              <a:t> the </a:t>
            </a:r>
            <a:r>
              <a:rPr lang="sv-SE" dirty="0" err="1"/>
              <a:t>shift</a:t>
            </a:r>
            <a:r>
              <a:rPr lang="sv-SE" dirty="0"/>
              <a:t> from </a:t>
            </a:r>
            <a:r>
              <a:rPr lang="sv-SE" dirty="0" err="1"/>
              <a:t>focusing</a:t>
            </a:r>
            <a:r>
              <a:rPr lang="sv-SE" dirty="0"/>
              <a:t> on </a:t>
            </a:r>
            <a:r>
              <a:rPr lang="sv-SE" b="1" dirty="0" err="1"/>
              <a:t>content</a:t>
            </a:r>
            <a:r>
              <a:rPr lang="sv-SE" b="1" dirty="0"/>
              <a:t> (OER)</a:t>
            </a:r>
            <a:r>
              <a:rPr lang="sv-SE" dirty="0"/>
              <a:t> to </a:t>
            </a:r>
            <a:r>
              <a:rPr lang="sv-SE" dirty="0" err="1"/>
              <a:t>focusing</a:t>
            </a:r>
            <a:r>
              <a:rPr lang="sv-SE" dirty="0"/>
              <a:t> on </a:t>
            </a:r>
            <a:r>
              <a:rPr lang="sv-SE" b="1" dirty="0" err="1"/>
              <a:t>how</a:t>
            </a:r>
            <a:r>
              <a:rPr lang="sv-SE" b="1" dirty="0"/>
              <a:t> </a:t>
            </a:r>
            <a:r>
              <a:rPr lang="sv-SE" b="1" dirty="0" err="1"/>
              <a:t>teaching</a:t>
            </a:r>
            <a:r>
              <a:rPr lang="sv-SE" b="1" dirty="0"/>
              <a:t> and </a:t>
            </a:r>
            <a:r>
              <a:rPr lang="sv-SE" b="1" dirty="0" err="1"/>
              <a:t>learning</a:t>
            </a:r>
            <a:r>
              <a:rPr lang="sv-SE" b="1" dirty="0"/>
              <a:t> </a:t>
            </a:r>
            <a:r>
              <a:rPr lang="sv-SE" b="1" dirty="0" err="1"/>
              <a:t>happen</a:t>
            </a:r>
            <a:r>
              <a:rPr lang="sv-SE" b="1" dirty="0"/>
              <a:t> (</a:t>
            </a:r>
            <a:r>
              <a:rPr lang="sv-SE" b="1" dirty="0" err="1"/>
              <a:t>practices</a:t>
            </a:r>
            <a:r>
              <a:rPr lang="sv-SE" b="1" dirty="0"/>
              <a:t>)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dirty="0" err="1"/>
              <a:t>Highlight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there</a:t>
            </a:r>
            <a:r>
              <a:rPr lang="sv-SE" dirty="0"/>
              <a:t> is </a:t>
            </a:r>
            <a:r>
              <a:rPr lang="sv-SE" b="1" dirty="0"/>
              <a:t>no </a:t>
            </a:r>
            <a:r>
              <a:rPr lang="sv-SE" b="1" dirty="0" err="1"/>
              <a:t>single</a:t>
            </a:r>
            <a:r>
              <a:rPr lang="sv-SE" b="1" dirty="0"/>
              <a:t> definition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OEP.</a:t>
            </a:r>
          </a:p>
          <a:p>
            <a:r>
              <a:rPr lang="sv-SE" dirty="0" err="1"/>
              <a:t>Explain</a:t>
            </a:r>
            <a:r>
              <a:rPr lang="sv-SE" dirty="0"/>
              <a:t> the </a:t>
            </a:r>
            <a:r>
              <a:rPr lang="sv-SE" dirty="0" err="1"/>
              <a:t>spectrum</a:t>
            </a:r>
            <a:r>
              <a:rPr lang="sv-SE" dirty="0"/>
              <a:t> from </a:t>
            </a:r>
            <a:r>
              <a:rPr lang="sv-SE" b="1" dirty="0"/>
              <a:t>OER-</a:t>
            </a:r>
            <a:r>
              <a:rPr lang="sv-SE" b="1" dirty="0" err="1"/>
              <a:t>focused</a:t>
            </a:r>
            <a:r>
              <a:rPr lang="sv-SE" b="1" dirty="0"/>
              <a:t> </a:t>
            </a:r>
            <a:r>
              <a:rPr lang="sv-SE" b="1" dirty="0" err="1"/>
              <a:t>approaches</a:t>
            </a:r>
            <a:r>
              <a:rPr lang="sv-SE" dirty="0"/>
              <a:t> to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b="1" dirty="0"/>
              <a:t>expansive </a:t>
            </a:r>
            <a:r>
              <a:rPr lang="sv-SE" b="1" dirty="0" err="1"/>
              <a:t>views</a:t>
            </a:r>
            <a:r>
              <a:rPr lang="sv-SE" b="1" dirty="0"/>
              <a:t> </a:t>
            </a:r>
            <a:r>
              <a:rPr lang="sv-SE" b="1" dirty="0" err="1"/>
              <a:t>including</a:t>
            </a:r>
            <a:r>
              <a:rPr lang="sv-SE" b="1" dirty="0"/>
              <a:t> </a:t>
            </a:r>
            <a:r>
              <a:rPr lang="sv-SE" b="1" dirty="0" err="1"/>
              <a:t>pedagogy</a:t>
            </a:r>
            <a:r>
              <a:rPr lang="sv-SE" b="1" dirty="0"/>
              <a:t>, </a:t>
            </a:r>
            <a:r>
              <a:rPr lang="sv-SE" b="1" dirty="0" err="1"/>
              <a:t>collaboration</a:t>
            </a:r>
            <a:r>
              <a:rPr lang="sv-SE" b="1" dirty="0"/>
              <a:t>, and systems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dirty="0"/>
              <a:t>Stress the </a:t>
            </a:r>
            <a:r>
              <a:rPr lang="sv-SE" b="1" dirty="0" err="1"/>
              <a:t>core</a:t>
            </a:r>
            <a:r>
              <a:rPr lang="sv-SE" b="1" dirty="0"/>
              <a:t> </a:t>
            </a:r>
            <a:r>
              <a:rPr lang="sv-SE" b="1" dirty="0" err="1"/>
              <a:t>principles</a:t>
            </a:r>
            <a:r>
              <a:rPr lang="sv-SE" dirty="0"/>
              <a:t>:</a:t>
            </a:r>
            <a:br>
              <a:rPr lang="sv-SE" dirty="0"/>
            </a:br>
            <a:r>
              <a:rPr lang="sv-SE" dirty="0"/>
              <a:t>OEP is </a:t>
            </a:r>
            <a:r>
              <a:rPr lang="sv-SE" dirty="0" err="1"/>
              <a:t>about</a:t>
            </a:r>
            <a:r>
              <a:rPr lang="sv-SE" dirty="0"/>
              <a:t> </a:t>
            </a:r>
            <a:r>
              <a:rPr lang="sv-SE" b="1" dirty="0" err="1"/>
              <a:t>collaboration</a:t>
            </a:r>
            <a:r>
              <a:rPr lang="sv-SE" dirty="0"/>
              <a:t>, </a:t>
            </a:r>
            <a:r>
              <a:rPr lang="sv-SE" b="1" dirty="0"/>
              <a:t>students as co-</a:t>
            </a:r>
            <a:r>
              <a:rPr lang="sv-SE" b="1" dirty="0" err="1"/>
              <a:t>creators</a:t>
            </a:r>
            <a:r>
              <a:rPr lang="sv-SE" dirty="0"/>
              <a:t>, and </a:t>
            </a:r>
            <a:r>
              <a:rPr lang="sv-SE" b="1" dirty="0" err="1"/>
              <a:t>active</a:t>
            </a:r>
            <a:r>
              <a:rPr lang="sv-SE" b="1" dirty="0"/>
              <a:t> participation</a:t>
            </a:r>
            <a:r>
              <a:rPr lang="sv-SE" dirty="0"/>
              <a:t>, not passive </a:t>
            </a:r>
            <a:r>
              <a:rPr lang="sv-SE" dirty="0" err="1"/>
              <a:t>consumption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dirty="0"/>
              <a:t>Point </a:t>
            </a:r>
            <a:r>
              <a:rPr lang="sv-SE" dirty="0" err="1"/>
              <a:t>out</a:t>
            </a:r>
            <a:r>
              <a:rPr lang="sv-SE" dirty="0"/>
              <a:t> an </a:t>
            </a:r>
            <a:r>
              <a:rPr lang="sv-SE" dirty="0" err="1"/>
              <a:t>important</a:t>
            </a:r>
            <a:r>
              <a:rPr lang="sv-SE" dirty="0"/>
              <a:t> </a:t>
            </a:r>
            <a:r>
              <a:rPr lang="sv-SE" dirty="0" err="1"/>
              <a:t>insight</a:t>
            </a:r>
            <a:r>
              <a:rPr lang="sv-SE" dirty="0"/>
              <a:t>:</a:t>
            </a:r>
            <a:br>
              <a:rPr lang="sv-SE" dirty="0"/>
            </a:br>
            <a:r>
              <a:rPr lang="sv-SE" b="1" dirty="0"/>
              <a:t>OEP </a:t>
            </a:r>
            <a:r>
              <a:rPr lang="sv-SE" b="1" dirty="0" err="1"/>
              <a:t>does</a:t>
            </a:r>
            <a:r>
              <a:rPr lang="sv-SE" b="1" dirty="0"/>
              <a:t> not </a:t>
            </a:r>
            <a:r>
              <a:rPr lang="sv-SE" b="1" dirty="0" err="1"/>
              <a:t>require</a:t>
            </a:r>
            <a:r>
              <a:rPr lang="sv-SE" b="1" dirty="0"/>
              <a:t> OER</a:t>
            </a:r>
            <a:r>
              <a:rPr lang="sv-SE" dirty="0"/>
              <a:t>. In </a:t>
            </a:r>
            <a:r>
              <a:rPr lang="sv-SE" dirty="0" err="1"/>
              <a:t>many</a:t>
            </a:r>
            <a:r>
              <a:rPr lang="sv-SE" dirty="0"/>
              <a:t> </a:t>
            </a:r>
            <a:r>
              <a:rPr lang="sv-SE" dirty="0" err="1"/>
              <a:t>cases</a:t>
            </a:r>
            <a:r>
              <a:rPr lang="sv-SE" dirty="0"/>
              <a:t>, </a:t>
            </a:r>
            <a:r>
              <a:rPr lang="sv-SE" b="1" dirty="0" err="1"/>
              <a:t>open</a:t>
            </a:r>
            <a:r>
              <a:rPr lang="sv-SE" b="1" dirty="0"/>
              <a:t> </a:t>
            </a:r>
            <a:r>
              <a:rPr lang="sv-SE" b="1" dirty="0" err="1"/>
              <a:t>practices</a:t>
            </a:r>
            <a:r>
              <a:rPr lang="sv-SE" b="1" dirty="0"/>
              <a:t> </a:t>
            </a:r>
            <a:r>
              <a:rPr lang="sv-SE" b="1" dirty="0" err="1"/>
              <a:t>emerge</a:t>
            </a:r>
            <a:r>
              <a:rPr lang="sv-SE" b="1" dirty="0"/>
              <a:t> </a:t>
            </a:r>
            <a:r>
              <a:rPr lang="sv-SE" b="1" dirty="0" err="1"/>
              <a:t>first</a:t>
            </a:r>
            <a:r>
              <a:rPr lang="sv-SE" dirty="0"/>
              <a:t>, and </a:t>
            </a:r>
            <a:r>
              <a:rPr lang="sv-SE" dirty="0" err="1"/>
              <a:t>only</a:t>
            </a:r>
            <a:r>
              <a:rPr lang="sv-SE" dirty="0"/>
              <a:t> later </a:t>
            </a:r>
            <a:r>
              <a:rPr lang="sv-SE" dirty="0" err="1"/>
              <a:t>connect</a:t>
            </a:r>
            <a:r>
              <a:rPr lang="sv-SE" dirty="0"/>
              <a:t> to </a:t>
            </a:r>
            <a:r>
              <a:rPr lang="sv-SE" dirty="0" err="1"/>
              <a:t>open</a:t>
            </a:r>
            <a:r>
              <a:rPr lang="sv-SE" dirty="0"/>
              <a:t> </a:t>
            </a:r>
            <a:r>
              <a:rPr lang="sv-SE" dirty="0" err="1"/>
              <a:t>resources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dirty="0"/>
              <a:t>Underscore the </a:t>
            </a:r>
            <a:r>
              <a:rPr lang="sv-SE" dirty="0" err="1"/>
              <a:t>importance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b="1" dirty="0" err="1"/>
              <a:t>context</a:t>
            </a:r>
            <a:r>
              <a:rPr lang="sv-SE" dirty="0"/>
              <a:t>:</a:t>
            </a:r>
            <a:br>
              <a:rPr lang="sv-SE" dirty="0"/>
            </a:br>
            <a:r>
              <a:rPr lang="sv-SE" dirty="0" err="1"/>
              <a:t>What</a:t>
            </a:r>
            <a:r>
              <a:rPr lang="sv-SE" dirty="0"/>
              <a:t> “</a:t>
            </a:r>
            <a:r>
              <a:rPr lang="sv-SE" dirty="0" err="1"/>
              <a:t>open</a:t>
            </a:r>
            <a:r>
              <a:rPr lang="sv-SE" dirty="0"/>
              <a:t>” </a:t>
            </a:r>
            <a:r>
              <a:rPr lang="sv-SE" dirty="0" err="1"/>
              <a:t>means</a:t>
            </a:r>
            <a:r>
              <a:rPr lang="sv-SE" dirty="0"/>
              <a:t> </a:t>
            </a:r>
            <a:r>
              <a:rPr lang="sv-SE" dirty="0" err="1"/>
              <a:t>depends</a:t>
            </a:r>
            <a:r>
              <a:rPr lang="sv-SE" dirty="0"/>
              <a:t> on </a:t>
            </a:r>
            <a:r>
              <a:rPr lang="sv-SE" b="1" dirty="0" err="1"/>
              <a:t>where</a:t>
            </a:r>
            <a:r>
              <a:rPr lang="sv-SE" b="1" dirty="0"/>
              <a:t> </a:t>
            </a:r>
            <a:r>
              <a:rPr lang="sv-SE" b="1" dirty="0" err="1"/>
              <a:t>you</a:t>
            </a:r>
            <a:r>
              <a:rPr lang="sv-SE" b="1" dirty="0"/>
              <a:t> </a:t>
            </a:r>
            <a:r>
              <a:rPr lang="sv-SE" b="1" dirty="0" err="1"/>
              <a:t>are</a:t>
            </a:r>
            <a:r>
              <a:rPr lang="sv-SE" dirty="0"/>
              <a:t>, </a:t>
            </a:r>
            <a:r>
              <a:rPr lang="sv-SE" b="1" dirty="0" err="1"/>
              <a:t>what</a:t>
            </a:r>
            <a:r>
              <a:rPr lang="sv-SE" b="1" dirty="0"/>
              <a:t> </a:t>
            </a:r>
            <a:r>
              <a:rPr lang="sv-SE" b="1" dirty="0" err="1"/>
              <a:t>you</a:t>
            </a:r>
            <a:r>
              <a:rPr lang="sv-SE" b="1" dirty="0"/>
              <a:t> </a:t>
            </a:r>
            <a:r>
              <a:rPr lang="sv-SE" b="1" dirty="0" err="1"/>
              <a:t>teach</a:t>
            </a:r>
            <a:r>
              <a:rPr lang="sv-SE" dirty="0"/>
              <a:t>, and </a:t>
            </a:r>
            <a:r>
              <a:rPr lang="sv-SE" b="1" dirty="0" err="1"/>
              <a:t>who</a:t>
            </a:r>
            <a:r>
              <a:rPr lang="sv-SE" b="1" dirty="0"/>
              <a:t> </a:t>
            </a:r>
            <a:r>
              <a:rPr lang="sv-SE" b="1" dirty="0" err="1"/>
              <a:t>your</a:t>
            </a:r>
            <a:r>
              <a:rPr lang="sv-SE" b="1" dirty="0"/>
              <a:t> </a:t>
            </a:r>
            <a:r>
              <a:rPr lang="sv-SE" b="1" dirty="0" err="1"/>
              <a:t>learners</a:t>
            </a:r>
            <a:r>
              <a:rPr lang="sv-SE" b="1" dirty="0"/>
              <a:t> </a:t>
            </a:r>
            <a:r>
              <a:rPr lang="sv-SE" b="1" dirty="0" err="1"/>
              <a:t>are</a:t>
            </a:r>
            <a:r>
              <a:rPr lang="sv-SE" dirty="0"/>
              <a:t>.</a:t>
            </a:r>
          </a:p>
          <a:p>
            <a:r>
              <a:rPr lang="sv-SE" dirty="0"/>
              <a:t>It is </a:t>
            </a:r>
            <a:r>
              <a:rPr lang="sv-SE" dirty="0" err="1"/>
              <a:t>therefore</a:t>
            </a:r>
            <a:r>
              <a:rPr lang="sv-SE" dirty="0"/>
              <a:t> </a:t>
            </a:r>
            <a:r>
              <a:rPr lang="sv-SE" dirty="0" err="1"/>
              <a:t>shaped</a:t>
            </a:r>
            <a:r>
              <a:rPr lang="sv-SE" dirty="0"/>
              <a:t> by </a:t>
            </a:r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culture</a:t>
            </a:r>
            <a:r>
              <a:rPr lang="sv-SE" dirty="0"/>
              <a:t>, </a:t>
            </a:r>
            <a:r>
              <a:rPr lang="sv-SE" dirty="0" err="1"/>
              <a:t>discipline</a:t>
            </a:r>
            <a:r>
              <a:rPr lang="sv-SE" dirty="0"/>
              <a:t> (</a:t>
            </a:r>
            <a:r>
              <a:rPr lang="sv-SE" dirty="0" err="1"/>
              <a:t>subject</a:t>
            </a:r>
            <a:r>
              <a:rPr lang="sv-SE" dirty="0"/>
              <a:t> area) and institution.</a:t>
            </a:r>
          </a:p>
          <a:p>
            <a:endParaRPr lang="sv-SE" dirty="0"/>
          </a:p>
          <a:p>
            <a:r>
              <a:rPr lang="sv-SE" dirty="0" err="1"/>
              <a:t>Introduce</a:t>
            </a:r>
            <a:r>
              <a:rPr lang="sv-SE" dirty="0"/>
              <a:t> the </a:t>
            </a:r>
            <a:r>
              <a:rPr lang="sv-SE" b="1" dirty="0" err="1"/>
              <a:t>critical</a:t>
            </a:r>
            <a:r>
              <a:rPr lang="sv-SE" b="1" dirty="0"/>
              <a:t> </a:t>
            </a:r>
            <a:r>
              <a:rPr lang="sv-SE" b="1" dirty="0" err="1"/>
              <a:t>perspective</a:t>
            </a:r>
            <a:r>
              <a:rPr lang="sv-SE" dirty="0"/>
              <a:t>:</a:t>
            </a:r>
            <a:br>
              <a:rPr lang="sv-SE" dirty="0"/>
            </a:br>
            <a:r>
              <a:rPr lang="sv-SE" dirty="0"/>
              <a:t>OEP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b="1" dirty="0" err="1"/>
              <a:t>redistribute</a:t>
            </a:r>
            <a:r>
              <a:rPr lang="sv-SE" b="1" dirty="0"/>
              <a:t> </a:t>
            </a:r>
            <a:r>
              <a:rPr lang="sv-SE" b="1" dirty="0" err="1"/>
              <a:t>power</a:t>
            </a:r>
            <a:r>
              <a:rPr lang="sv-SE" dirty="0"/>
              <a:t>, </a:t>
            </a:r>
            <a:r>
              <a:rPr lang="sv-SE" dirty="0" err="1"/>
              <a:t>challenge</a:t>
            </a:r>
            <a:r>
              <a:rPr lang="sv-SE" dirty="0"/>
              <a:t> </a:t>
            </a:r>
            <a:r>
              <a:rPr lang="sv-SE" dirty="0" err="1"/>
              <a:t>traditional</a:t>
            </a:r>
            <a:r>
              <a:rPr lang="sv-SE" dirty="0"/>
              <a:t> </a:t>
            </a:r>
            <a:r>
              <a:rPr lang="sv-SE" dirty="0" err="1"/>
              <a:t>roles</a:t>
            </a:r>
            <a:r>
              <a:rPr lang="sv-SE" dirty="0"/>
              <a:t>, and support </a:t>
            </a:r>
            <a:r>
              <a:rPr lang="sv-SE" b="1" dirty="0" err="1"/>
              <a:t>more</a:t>
            </a:r>
            <a:r>
              <a:rPr lang="sv-SE" b="1" dirty="0"/>
              <a:t> </a:t>
            </a:r>
            <a:r>
              <a:rPr lang="sv-SE" b="1" dirty="0" err="1"/>
              <a:t>equitable</a:t>
            </a:r>
            <a:r>
              <a:rPr lang="sv-SE" b="1" dirty="0"/>
              <a:t> and </a:t>
            </a:r>
            <a:r>
              <a:rPr lang="sv-SE" b="1" dirty="0" err="1"/>
              <a:t>inclusive</a:t>
            </a:r>
            <a:r>
              <a:rPr lang="sv-SE" b="1" dirty="0"/>
              <a:t> </a:t>
            </a:r>
            <a:r>
              <a:rPr lang="sv-SE" b="1" dirty="0" err="1"/>
              <a:t>education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dirty="0"/>
              <a:t>OEP is </a:t>
            </a:r>
            <a:r>
              <a:rPr lang="sv-SE" b="1" dirty="0"/>
              <a:t>not a </a:t>
            </a:r>
            <a:r>
              <a:rPr lang="sv-SE" b="1" dirty="0" err="1"/>
              <a:t>fixed</a:t>
            </a:r>
            <a:r>
              <a:rPr lang="sv-SE" b="1" dirty="0"/>
              <a:t> </a:t>
            </a:r>
            <a:r>
              <a:rPr lang="sv-SE" b="1" dirty="0" err="1"/>
              <a:t>model</a:t>
            </a:r>
            <a:r>
              <a:rPr lang="sv-SE" dirty="0"/>
              <a:t>, </a:t>
            </a:r>
            <a:r>
              <a:rPr lang="sv-SE" dirty="0" err="1"/>
              <a:t>but</a:t>
            </a:r>
            <a:r>
              <a:rPr lang="sv-SE" dirty="0"/>
              <a:t> a </a:t>
            </a:r>
            <a:r>
              <a:rPr lang="sv-SE" b="1" dirty="0"/>
              <a:t>flexible, </a:t>
            </a:r>
            <a:r>
              <a:rPr lang="sv-SE" b="1" dirty="0" err="1"/>
              <a:t>evolving</a:t>
            </a:r>
            <a:r>
              <a:rPr lang="sv-SE" b="1" dirty="0"/>
              <a:t> </a:t>
            </a:r>
            <a:r>
              <a:rPr lang="sv-SE" b="1" dirty="0" err="1"/>
              <a:t>way</a:t>
            </a:r>
            <a:r>
              <a:rPr lang="sv-SE" b="1" dirty="0"/>
              <a:t> </a:t>
            </a:r>
            <a:r>
              <a:rPr lang="sv-SE" b="1" dirty="0" err="1"/>
              <a:t>of</a:t>
            </a:r>
            <a:r>
              <a:rPr lang="sv-SE" b="1" dirty="0"/>
              <a:t> </a:t>
            </a:r>
            <a:r>
              <a:rPr lang="sv-SE" b="1" dirty="0" err="1"/>
              <a:t>thinking</a:t>
            </a:r>
            <a:r>
              <a:rPr lang="sv-SE" b="1" dirty="0"/>
              <a:t> </a:t>
            </a:r>
            <a:r>
              <a:rPr lang="sv-SE" b="1" dirty="0" err="1"/>
              <a:t>about</a:t>
            </a:r>
            <a:r>
              <a:rPr lang="sv-SE" b="1" dirty="0"/>
              <a:t> </a:t>
            </a:r>
            <a:r>
              <a:rPr lang="sv-SE" b="1" dirty="0" err="1"/>
              <a:t>openness</a:t>
            </a:r>
            <a:r>
              <a:rPr lang="sv-SE" b="1" dirty="0"/>
              <a:t> in </a:t>
            </a:r>
            <a:r>
              <a:rPr lang="sv-SE" b="1" dirty="0" err="1"/>
              <a:t>education</a:t>
            </a:r>
            <a:r>
              <a:rPr lang="sv-SE" dirty="0"/>
              <a:t>.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47499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ea typeface="ＭＳ Ｐゴシック"/>
                <a:cs typeface="Calibri"/>
              </a:rPr>
              <a:t>Those who support OER advocate for a </a:t>
            </a:r>
            <a:r>
              <a:rPr lang="en-US" b="1" dirty="0">
                <a:ea typeface="ＭＳ Ｐゴシック"/>
                <a:cs typeface="Calibri"/>
              </a:rPr>
              <a:t>participatory culture</a:t>
            </a:r>
            <a:r>
              <a:rPr lang="en-US" dirty="0">
                <a:ea typeface="ＭＳ Ｐゴシック"/>
                <a:cs typeface="Calibri"/>
              </a:rPr>
              <a:t>, based on Web 2.0 and theories of </a:t>
            </a:r>
            <a:r>
              <a:rPr lang="en-US" b="1" dirty="0">
                <a:ea typeface="ＭＳ Ｐゴシック"/>
                <a:cs typeface="Calibri"/>
              </a:rPr>
              <a:t>collaborative learning</a:t>
            </a:r>
            <a:r>
              <a:rPr lang="en-US" dirty="0">
                <a:ea typeface="ＭＳ Ｐゴシック"/>
                <a:cs typeface="Calibri"/>
              </a:rPr>
              <a:t>, referred to as </a:t>
            </a:r>
            <a:r>
              <a:rPr lang="en-US" b="1" dirty="0">
                <a:ea typeface="ＭＳ Ｐゴシック"/>
                <a:cs typeface="Calibri"/>
              </a:rPr>
              <a:t>Open Educational Practices (OEP)</a:t>
            </a:r>
            <a:r>
              <a:rPr lang="en-US" dirty="0">
                <a:ea typeface="ＭＳ Ｐゴシック"/>
                <a:cs typeface="Calibri"/>
              </a:rPr>
              <a:t>.</a:t>
            </a:r>
          </a:p>
          <a:p>
            <a:endParaRPr lang="en-US" dirty="0">
              <a:ea typeface="ＭＳ Ｐゴシック"/>
              <a:cs typeface="Calibri"/>
            </a:endParaRPr>
          </a:p>
          <a:p>
            <a:r>
              <a:rPr lang="en-US" dirty="0">
                <a:ea typeface="ＭＳ Ｐゴシック"/>
                <a:cs typeface="Calibri"/>
              </a:rPr>
              <a:t>However, </a:t>
            </a:r>
            <a:r>
              <a:rPr lang="en-US" b="1" dirty="0">
                <a:ea typeface="ＭＳ Ｐゴシック"/>
                <a:cs typeface="Calibri"/>
              </a:rPr>
              <a:t>some authors argue</a:t>
            </a:r>
            <a:r>
              <a:rPr lang="en-US" dirty="0">
                <a:ea typeface="ＭＳ Ｐゴシック"/>
                <a:cs typeface="Calibri"/>
              </a:rPr>
              <a:t> that we are </a:t>
            </a:r>
            <a:r>
              <a:rPr lang="en-US" b="1" dirty="0">
                <a:ea typeface="ＭＳ Ｐゴシック"/>
                <a:cs typeface="Calibri"/>
              </a:rPr>
              <a:t>still</a:t>
            </a:r>
            <a:r>
              <a:rPr lang="en-US" dirty="0">
                <a:ea typeface="ＭＳ Ｐゴシック"/>
                <a:cs typeface="Calibri"/>
              </a:rPr>
              <a:t> only seeing a </a:t>
            </a:r>
            <a:r>
              <a:rPr lang="en-US" b="1" dirty="0">
                <a:ea typeface="ＭＳ Ｐゴシック"/>
                <a:cs typeface="Calibri"/>
              </a:rPr>
              <a:t>sharing culture </a:t>
            </a:r>
            <a:r>
              <a:rPr lang="en-US" dirty="0">
                <a:ea typeface="ＭＳ Ｐゴシック"/>
                <a:cs typeface="Calibri"/>
              </a:rPr>
              <a:t>(</a:t>
            </a:r>
            <a:r>
              <a:rPr lang="en-US" dirty="0" err="1">
                <a:ea typeface="ＭＳ Ｐゴシック"/>
                <a:cs typeface="Calibri"/>
              </a:rPr>
              <a:t>Iiyoshi</a:t>
            </a:r>
            <a:r>
              <a:rPr lang="en-US" dirty="0">
                <a:ea typeface="ＭＳ Ｐゴシック"/>
                <a:cs typeface="Calibri"/>
              </a:rPr>
              <a:t> &amp; Kumar, 2008), and that OER in itself does </a:t>
            </a:r>
            <a:r>
              <a:rPr lang="en-US" b="1" dirty="0">
                <a:ea typeface="ＭＳ Ｐゴシック"/>
                <a:cs typeface="Calibri"/>
              </a:rPr>
              <a:t>not constitute a new form of learning</a:t>
            </a:r>
            <a:r>
              <a:rPr lang="en-US" dirty="0">
                <a:ea typeface="ＭＳ Ｐゴシック"/>
                <a:cs typeface="Calibri"/>
              </a:rPr>
              <a:t>. Rather, the goal is to </a:t>
            </a:r>
            <a:r>
              <a:rPr lang="en-US" b="1" dirty="0">
                <a:ea typeface="ＭＳ Ｐゴシック"/>
                <a:cs typeface="Calibri"/>
              </a:rPr>
              <a:t>transform teaching methods</a:t>
            </a:r>
            <a:r>
              <a:rPr lang="en-US" dirty="0">
                <a:ea typeface="ＭＳ Ｐゴシック"/>
                <a:cs typeface="Calibri"/>
              </a:rPr>
              <a:t>, where new tools are integrated into education and learning takes place through </a:t>
            </a:r>
            <a:r>
              <a:rPr lang="en-US" b="1" dirty="0">
                <a:ea typeface="ＭＳ Ｐゴシック"/>
                <a:cs typeface="Calibri"/>
              </a:rPr>
              <a:t>collaborative activities </a:t>
            </a:r>
            <a:r>
              <a:rPr lang="en-US" dirty="0">
                <a:ea typeface="ＭＳ Ｐゴシック"/>
                <a:cs typeface="Calibri"/>
              </a:rPr>
              <a:t>among students and/or between teachers, students, and members of society. The aim is to </a:t>
            </a:r>
            <a:r>
              <a:rPr lang="en-US" b="1" dirty="0">
                <a:ea typeface="ＭＳ Ｐゴシック"/>
                <a:cs typeface="Calibri"/>
              </a:rPr>
              <a:t>challenge traditional educational practices </a:t>
            </a:r>
            <a:r>
              <a:rPr lang="en-US" dirty="0">
                <a:ea typeface="ＭＳ Ｐゴシック"/>
                <a:cs typeface="Calibri"/>
              </a:rPr>
              <a:t>in ways that </a:t>
            </a:r>
            <a:r>
              <a:rPr lang="en-US" b="1" dirty="0">
                <a:ea typeface="ＭＳ Ｐゴシック"/>
                <a:cs typeface="Calibri"/>
              </a:rPr>
              <a:t>increase equity and justice </a:t>
            </a:r>
            <a:r>
              <a:rPr lang="en-US" dirty="0">
                <a:ea typeface="ＭＳ Ｐゴシック"/>
                <a:cs typeface="Calibri"/>
              </a:rPr>
              <a:t>(Cronin &amp; MacLaren, 2018, previous slide).</a:t>
            </a:r>
          </a:p>
          <a:p>
            <a:endParaRPr lang="en-US" dirty="0">
              <a:ea typeface="ＭＳ Ｐゴシック"/>
              <a:cs typeface="Calibri"/>
            </a:endParaRPr>
          </a:p>
          <a:p>
            <a:r>
              <a:rPr lang="en-US" dirty="0">
                <a:ea typeface="ＭＳ Ｐゴシック"/>
                <a:cs typeface="Calibri"/>
              </a:rPr>
              <a:t>Some aspects of open practices and sharing culture</a:t>
            </a:r>
          </a:p>
          <a:p>
            <a:endParaRPr lang="en-US" dirty="0">
              <a:ea typeface="ＭＳ Ｐゴシック"/>
              <a:cs typeface="Calibri"/>
            </a:endParaRPr>
          </a:p>
          <a:p>
            <a:r>
              <a:rPr lang="en-US" dirty="0">
                <a:ea typeface="ＭＳ Ｐゴシック"/>
                <a:cs typeface="Calibri"/>
              </a:rPr>
              <a:t>Education is a </a:t>
            </a:r>
            <a:r>
              <a:rPr lang="en-US" b="1" dirty="0">
                <a:ea typeface="ＭＳ Ｐゴシック"/>
                <a:cs typeface="Calibri"/>
              </a:rPr>
              <a:t>democratic project</a:t>
            </a:r>
            <a:r>
              <a:rPr lang="en-US" dirty="0">
                <a:ea typeface="ＭＳ Ｐゴシック"/>
                <a:cs typeface="Calibri"/>
              </a:rPr>
              <a:t> that is also </a:t>
            </a:r>
            <a:r>
              <a:rPr lang="en-US" b="1" dirty="0">
                <a:ea typeface="ＭＳ Ｐゴシック"/>
                <a:cs typeface="Calibri"/>
              </a:rPr>
              <a:t>funded by public resources</a:t>
            </a:r>
            <a:r>
              <a:rPr lang="en-US" dirty="0">
                <a:ea typeface="ＭＳ Ｐゴシック"/>
                <a:cs typeface="Calibri"/>
              </a:rPr>
              <a:t>. It is therefore entirely </a:t>
            </a:r>
            <a:r>
              <a:rPr lang="en-US" b="0" dirty="0">
                <a:ea typeface="ＭＳ Ｐゴシック"/>
                <a:cs typeface="Calibri"/>
              </a:rPr>
              <a:t>reasonable that educational materials and courses are made open and accessible</a:t>
            </a:r>
            <a:r>
              <a:rPr lang="en-US" dirty="0">
                <a:ea typeface="ＭＳ Ｐゴシック"/>
                <a:cs typeface="Calibri"/>
              </a:rPr>
              <a:t> to more people.</a:t>
            </a:r>
          </a:p>
          <a:p>
            <a:r>
              <a:rPr lang="en-US" dirty="0" err="1">
                <a:ea typeface="ＭＳ Ｐゴシック"/>
                <a:cs typeface="Calibri"/>
              </a:rPr>
              <a:t>Hylén</a:t>
            </a:r>
            <a:r>
              <a:rPr lang="en-US" dirty="0">
                <a:ea typeface="ＭＳ Ｐゴシック"/>
                <a:cs typeface="Calibri"/>
              </a:rPr>
              <a:t>, J. (2006). </a:t>
            </a:r>
          </a:p>
          <a:p>
            <a:endParaRPr lang="en-US" dirty="0">
              <a:ea typeface="ＭＳ Ｐゴシック"/>
              <a:cs typeface="Calibri"/>
            </a:endParaRPr>
          </a:p>
          <a:p>
            <a:r>
              <a:rPr lang="en-US" b="1" dirty="0">
                <a:ea typeface="ＭＳ Ｐゴシック"/>
                <a:cs typeface="Calibri"/>
              </a:rPr>
              <a:t>From both an individual and a content perspective, sharing is beneficial</a:t>
            </a:r>
            <a:r>
              <a:rPr lang="en-US" dirty="0">
                <a:ea typeface="ＭＳ Ｐゴシック"/>
                <a:cs typeface="Calibri"/>
              </a:rPr>
              <a:t>, as it includes elements of </a:t>
            </a:r>
            <a:r>
              <a:rPr lang="en-US" b="1" dirty="0">
                <a:ea typeface="ＭＳ Ｐゴシック"/>
                <a:cs typeface="Calibri"/>
              </a:rPr>
              <a:t>refinement</a:t>
            </a:r>
            <a:r>
              <a:rPr lang="en-US" dirty="0">
                <a:ea typeface="ＭＳ Ｐゴシック"/>
                <a:cs typeface="Calibri"/>
              </a:rPr>
              <a:t>, </a:t>
            </a:r>
            <a:r>
              <a:rPr lang="en-US" b="1" dirty="0">
                <a:ea typeface="ＭＳ Ｐゴシック"/>
                <a:cs typeface="Calibri"/>
              </a:rPr>
              <a:t>improvement</a:t>
            </a:r>
            <a:r>
              <a:rPr lang="en-US" dirty="0">
                <a:ea typeface="ＭＳ Ｐゴシック"/>
                <a:cs typeface="Calibri"/>
              </a:rPr>
              <a:t>, and further </a:t>
            </a:r>
            <a:r>
              <a:rPr lang="en-US" b="1" dirty="0">
                <a:ea typeface="ＭＳ Ｐゴシック"/>
                <a:cs typeface="Calibri"/>
              </a:rPr>
              <a:t>distribution</a:t>
            </a:r>
            <a:r>
              <a:rPr lang="en-US" dirty="0">
                <a:ea typeface="ＭＳ Ｐゴシック"/>
                <a:cs typeface="Calibri"/>
              </a:rPr>
              <a:t>. There is no need to “start from scratch.” It is also </a:t>
            </a:r>
            <a:r>
              <a:rPr lang="en-US" b="1" dirty="0">
                <a:ea typeface="ＭＳ Ｐゴシック"/>
                <a:cs typeface="Calibri"/>
              </a:rPr>
              <a:t>advantageous from a resource perspective</a:t>
            </a:r>
            <a:r>
              <a:rPr lang="en-US" dirty="0">
                <a:ea typeface="ＭＳ Ｐゴシック"/>
                <a:cs typeface="Calibri"/>
              </a:rPr>
              <a:t>.</a:t>
            </a:r>
          </a:p>
          <a:p>
            <a:r>
              <a:rPr lang="en-US" dirty="0" err="1">
                <a:ea typeface="ＭＳ Ｐゴシック"/>
                <a:cs typeface="Calibri"/>
              </a:rPr>
              <a:t>Iiyoshi</a:t>
            </a:r>
            <a:r>
              <a:rPr lang="en-US" dirty="0">
                <a:ea typeface="ＭＳ Ｐゴシック"/>
                <a:cs typeface="Calibri"/>
              </a:rPr>
              <a:t>, T., &amp; Kumar, M. S. V. (Eds.). (2008). </a:t>
            </a:r>
          </a:p>
          <a:p>
            <a:endParaRPr lang="en-US" dirty="0">
              <a:ea typeface="ＭＳ Ｐゴシック"/>
              <a:cs typeface="Calibri"/>
            </a:endParaRPr>
          </a:p>
          <a:p>
            <a:r>
              <a:rPr lang="en-US" b="1" dirty="0">
                <a:ea typeface="ＭＳ Ｐゴシック"/>
                <a:cs typeface="Calibri"/>
              </a:rPr>
              <a:t>Quality assurance systems are not formalized</a:t>
            </a:r>
            <a:r>
              <a:rPr lang="en-US" dirty="0">
                <a:ea typeface="ＭＳ Ｐゴシック"/>
                <a:cs typeface="Calibri"/>
              </a:rPr>
              <a:t> in the same way as in other fields (e.g., scientific publishing). This </a:t>
            </a:r>
            <a:r>
              <a:rPr lang="en-US" b="1" dirty="0">
                <a:ea typeface="ＭＳ Ｐゴシック"/>
                <a:cs typeface="Calibri"/>
              </a:rPr>
              <a:t>can lead to reduced quality due to a lack of formal review</a:t>
            </a:r>
            <a:r>
              <a:rPr lang="en-US" dirty="0">
                <a:ea typeface="ＭＳ Ｐゴシック"/>
                <a:cs typeface="Calibri"/>
              </a:rPr>
              <a:t>. At the same time, </a:t>
            </a:r>
            <a:r>
              <a:rPr lang="en-US" b="1" dirty="0">
                <a:ea typeface="ＭＳ Ｐゴシック"/>
                <a:cs typeface="Calibri"/>
              </a:rPr>
              <a:t>robustness may increase as more people are involved</a:t>
            </a:r>
            <a:r>
              <a:rPr lang="en-US" dirty="0">
                <a:ea typeface="ＭＳ Ｐゴシック"/>
                <a:cs typeface="Calibri"/>
              </a:rPr>
              <a:t> in reviewing, revising, and improving the material.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a typeface="ＭＳ Ｐゴシック"/>
                <a:cs typeface="Calibri"/>
              </a:rPr>
              <a:t>Camilleri, A. F., Ehlers, U.-D., &amp; Pawlowski, J. (2014). </a:t>
            </a:r>
          </a:p>
          <a:p>
            <a:endParaRPr lang="en-US" dirty="0">
              <a:ea typeface="ＭＳ Ｐゴシック"/>
              <a:cs typeface="Calibri"/>
            </a:endParaRPr>
          </a:p>
          <a:p>
            <a:r>
              <a:rPr lang="en-US" b="1" dirty="0">
                <a:ea typeface="ＭＳ Ｐゴシック"/>
                <a:cs typeface="Calibri"/>
              </a:rPr>
              <a:t>In research, this is already the way we work: peer review for evaluation, and increasingly also the sharing of both results and data. </a:t>
            </a:r>
            <a:r>
              <a:rPr lang="en-US" dirty="0">
                <a:ea typeface="ＭＳ Ｐゴシック"/>
                <a:cs typeface="Calibri"/>
              </a:rPr>
              <a:t>The Swedish Research Council (VR) requires open access publishing.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/>
              <a:pPr>
                <a:defRPr/>
              </a:pPr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53090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183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65" charset="-128"/>
                <a:cs typeface="ＭＳ Ｐゴシック" pitchFamily="-65" charset="-128"/>
              </a:rPr>
              <a:t>Reuse -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ＭＳ Ｐゴシック" pitchFamily="-65" charset="-128"/>
                <a:cs typeface="ＭＳ Ｐゴシック" pitchFamily="-65" charset="-128"/>
              </a:rPr>
              <a:t> Content can be reused in its unaltered original format - the right to use the content in a wide range of ways (e.g., in a class, in a study group, on a website, in a video)</a:t>
            </a:r>
          </a:p>
          <a:p>
            <a:pPr lvl="0"/>
            <a:endParaRPr lang="sv-SE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pPr lvl="0"/>
            <a:endParaRPr lang="sv-SE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6737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sv-SE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pPr lv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65" charset="-128"/>
                <a:cs typeface="ＭＳ Ｐゴシック" pitchFamily="-65" charset="-128"/>
              </a:rPr>
              <a:t>Retain -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ＭＳ Ｐゴシック" pitchFamily="-65" charset="-128"/>
                <a:cs typeface="ＭＳ Ｐゴシック" pitchFamily="-65" charset="-128"/>
              </a:rPr>
              <a:t> Copies of content can be retained for personal archives or reference - the right to make, own, and control copies of the content (e.g., download, duplicate, store, and manage)</a:t>
            </a:r>
          </a:p>
          <a:p>
            <a:pPr lvl="0"/>
            <a:endParaRPr lang="sv-SE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017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sv-SE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pPr lv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65" charset="-128"/>
                <a:cs typeface="ＭＳ Ｐゴシック" pitchFamily="-65" charset="-128"/>
              </a:rPr>
              <a:t>Revise -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ＭＳ Ｐゴシック" pitchFamily="-65" charset="-128"/>
                <a:cs typeface="ＭＳ Ｐゴシック" pitchFamily="-65" charset="-128"/>
              </a:rPr>
              <a:t> Content can be modified or altered to suit specific needs - the right to adapt, adjust, modify, or alter the content itself (e.g., translate the content into another language)</a:t>
            </a:r>
          </a:p>
          <a:p>
            <a:pPr lvl="0"/>
            <a:endParaRPr lang="sv-SE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68526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sv-SE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pPr lv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65" charset="-128"/>
                <a:cs typeface="ＭＳ Ｐゴシック" pitchFamily="-65" charset="-128"/>
              </a:rPr>
              <a:t>Remix -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ＭＳ Ｐゴシック" pitchFamily="-65" charset="-128"/>
                <a:cs typeface="ＭＳ Ｐゴシック" pitchFamily="-65" charset="-128"/>
              </a:rPr>
              <a:t> Content can be adapted with other similar content to create something new- the right to combine the original or revised content with other material to create something new (e.g., incorporate the content into a mashup)</a:t>
            </a:r>
          </a:p>
          <a:p>
            <a:pPr lvl="0"/>
            <a:endParaRPr lang="sv-SE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4458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GB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pPr lvl="0"/>
            <a:endParaRPr lang="sv-SE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pPr lv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65" charset="-128"/>
                <a:cs typeface="ＭＳ Ｐゴシック" pitchFamily="-65" charset="-128"/>
              </a:rPr>
              <a:t>Redistribute -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ＭＳ Ｐゴシック" pitchFamily="-65" charset="-128"/>
                <a:cs typeface="ＭＳ Ｐゴシック" pitchFamily="-65" charset="-128"/>
              </a:rPr>
              <a:t> Content can be shared with anyone else in its original or altered format - the right to share copies of the original content, your revisions, or your remixes with others (e.g., give a copy of the content to a friend)</a:t>
            </a:r>
            <a:endParaRPr lang="sv-SE" sz="1200" kern="1200" dirty="0">
              <a:solidFill>
                <a:schemeClr val="tx1"/>
              </a:solidFill>
              <a:effectLst/>
              <a:latin typeface="+mn-lt"/>
              <a:ea typeface="ＭＳ Ｐゴシック" pitchFamily="-65" charset="-128"/>
              <a:cs typeface="ＭＳ Ｐゴシック" pitchFamily="-65" charset="-128"/>
            </a:endParaRP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36369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A </a:t>
            </a:r>
            <a:r>
              <a:rPr lang="sv-SE" dirty="0" err="1"/>
              <a:t>barrier</a:t>
            </a:r>
            <a:r>
              <a:rPr lang="sv-SE" dirty="0"/>
              <a:t> to </a:t>
            </a:r>
            <a:r>
              <a:rPr lang="sv-SE" dirty="0" err="1"/>
              <a:t>sharing</a:t>
            </a:r>
            <a:r>
              <a:rPr lang="sv-SE" dirty="0"/>
              <a:t> </a:t>
            </a:r>
            <a:r>
              <a:rPr lang="sv-SE" dirty="0" err="1"/>
              <a:t>cultures</a:t>
            </a:r>
            <a:r>
              <a:rPr lang="sv-SE" dirty="0"/>
              <a:t> and OER has </a:t>
            </a:r>
            <a:r>
              <a:rPr lang="sv-SE" dirty="0" err="1"/>
              <a:t>been</a:t>
            </a:r>
            <a:r>
              <a:rPr lang="sv-SE" dirty="0"/>
              <a:t> </a:t>
            </a:r>
            <a:r>
              <a:rPr lang="sv-SE" dirty="0" err="1"/>
              <a:t>issues</a:t>
            </a:r>
            <a:r>
              <a:rPr lang="sv-SE" dirty="0"/>
              <a:t> </a:t>
            </a:r>
            <a:r>
              <a:rPr lang="sv-SE" dirty="0" err="1"/>
              <a:t>related</a:t>
            </a:r>
            <a:r>
              <a:rPr lang="sv-SE" dirty="0"/>
              <a:t> to copyright. </a:t>
            </a:r>
            <a:r>
              <a:rPr lang="sv-SE" dirty="0" err="1"/>
              <a:t>Who</a:t>
            </a:r>
            <a:r>
              <a:rPr lang="sv-SE" dirty="0"/>
              <a:t> </a:t>
            </a:r>
            <a:r>
              <a:rPr lang="sv-SE" dirty="0" err="1"/>
              <a:t>actually</a:t>
            </a:r>
            <a:r>
              <a:rPr lang="sv-SE" dirty="0"/>
              <a:t> </a:t>
            </a:r>
            <a:r>
              <a:rPr lang="sv-SE" dirty="0" err="1"/>
              <a:t>owns</a:t>
            </a:r>
            <a:r>
              <a:rPr lang="sv-SE" dirty="0"/>
              <a:t> the material </a:t>
            </a:r>
            <a:r>
              <a:rPr lang="sv-SE" dirty="0" err="1"/>
              <a:t>that</a:t>
            </a:r>
            <a:r>
              <a:rPr lang="sv-SE" dirty="0"/>
              <a:t> is </a:t>
            </a:r>
            <a:r>
              <a:rPr lang="sv-SE" dirty="0" err="1"/>
              <a:t>created</a:t>
            </a:r>
            <a:r>
              <a:rPr lang="sv-SE" dirty="0"/>
              <a:t>, and </a:t>
            </a: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it be </a:t>
            </a:r>
            <a:r>
              <a:rPr lang="sv-SE" dirty="0" err="1"/>
              <a:t>used</a:t>
            </a:r>
            <a:r>
              <a:rPr lang="sv-SE" dirty="0"/>
              <a:t>?</a:t>
            </a:r>
          </a:p>
          <a:p>
            <a:br>
              <a:rPr lang="sv-SE" dirty="0"/>
            </a:br>
            <a:endParaRPr lang="sv-SE" dirty="0"/>
          </a:p>
          <a:p>
            <a:r>
              <a:rPr lang="sv-SE" dirty="0"/>
              <a:t>Moral </a:t>
            </a:r>
            <a:r>
              <a:rPr lang="sv-SE" dirty="0" err="1"/>
              <a:t>rights</a:t>
            </a:r>
            <a:r>
              <a:rPr lang="sv-SE" dirty="0"/>
              <a:t> </a:t>
            </a:r>
            <a:r>
              <a:rPr lang="sv-SE" dirty="0" err="1"/>
              <a:t>belong</a:t>
            </a:r>
            <a:r>
              <a:rPr lang="sv-SE" dirty="0"/>
              <a:t> to the </a:t>
            </a:r>
            <a:r>
              <a:rPr lang="sv-SE" dirty="0" err="1"/>
              <a:t>creator</a:t>
            </a:r>
            <a:r>
              <a:rPr lang="sv-SE" dirty="0"/>
              <a:t>.</a:t>
            </a:r>
            <a:br>
              <a:rPr lang="sv-SE" dirty="0"/>
            </a:br>
            <a:r>
              <a:rPr lang="sv-SE" dirty="0" err="1"/>
              <a:t>Economic</a:t>
            </a:r>
            <a:r>
              <a:rPr lang="sv-SE" dirty="0"/>
              <a:t> </a:t>
            </a:r>
            <a:r>
              <a:rPr lang="sv-SE" dirty="0" err="1"/>
              <a:t>rights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negotiated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dirty="0" err="1"/>
              <a:t>However</a:t>
            </a:r>
            <a:r>
              <a:rPr lang="sv-SE" dirty="0"/>
              <a:t>,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framework</a:t>
            </a:r>
            <a:r>
              <a:rPr lang="sv-SE" dirty="0"/>
              <a:t> is </a:t>
            </a:r>
            <a:r>
              <a:rPr lang="sv-SE" dirty="0" err="1"/>
              <a:t>often</a:t>
            </a:r>
            <a:r>
              <a:rPr lang="sv-SE" dirty="0"/>
              <a:t> </a:t>
            </a:r>
            <a:r>
              <a:rPr lang="sv-SE" dirty="0" err="1"/>
              <a:t>too</a:t>
            </a:r>
            <a:r>
              <a:rPr lang="sv-SE" dirty="0"/>
              <a:t> </a:t>
            </a:r>
            <a:r>
              <a:rPr lang="sv-SE" dirty="0" err="1"/>
              <a:t>blunt</a:t>
            </a:r>
            <a:r>
              <a:rPr lang="sv-SE" dirty="0"/>
              <a:t> and </a:t>
            </a:r>
            <a:r>
              <a:rPr lang="sv-SE" dirty="0" err="1"/>
              <a:t>difficult</a:t>
            </a:r>
            <a:r>
              <a:rPr lang="sv-SE" dirty="0"/>
              <a:t> to </a:t>
            </a:r>
            <a:r>
              <a:rPr lang="sv-SE" dirty="0" err="1"/>
              <a:t>manage</a:t>
            </a:r>
            <a:r>
              <a:rPr lang="sv-SE" dirty="0"/>
              <a:t> </a:t>
            </a:r>
            <a:r>
              <a:rPr lang="sv-SE" dirty="0" err="1"/>
              <a:t>when</a:t>
            </a:r>
            <a:r>
              <a:rPr lang="sv-SE" dirty="0"/>
              <a:t> it </a:t>
            </a:r>
            <a:r>
              <a:rPr lang="sv-SE" dirty="0" err="1"/>
              <a:t>comes</a:t>
            </a:r>
            <a:r>
              <a:rPr lang="sv-SE" dirty="0"/>
              <a:t> to </a:t>
            </a:r>
            <a:r>
              <a:rPr lang="sv-SE" dirty="0" err="1"/>
              <a:t>enabling</a:t>
            </a:r>
            <a:r>
              <a:rPr lang="sv-SE" dirty="0"/>
              <a:t> </a:t>
            </a:r>
            <a:r>
              <a:rPr lang="sv-SE" dirty="0" err="1"/>
              <a:t>sharing</a:t>
            </a:r>
            <a:r>
              <a:rPr lang="sv-SE" dirty="0"/>
              <a:t>. </a:t>
            </a:r>
            <a:r>
              <a:rPr lang="sv-SE" dirty="0" err="1"/>
              <a:t>There</a:t>
            </a:r>
            <a:r>
              <a:rPr lang="sv-SE" dirty="0"/>
              <a:t> is a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allow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, </a:t>
            </a:r>
            <a:r>
              <a:rPr lang="sv-SE" dirty="0" err="1"/>
              <a:t>but</a:t>
            </a:r>
            <a:r>
              <a:rPr lang="sv-SE" dirty="0"/>
              <a:t> under </a:t>
            </a:r>
            <a:r>
              <a:rPr lang="sv-SE" dirty="0" err="1"/>
              <a:t>certain</a:t>
            </a:r>
            <a:r>
              <a:rPr lang="sv-SE" dirty="0"/>
              <a:t> </a:t>
            </a:r>
            <a:r>
              <a:rPr lang="sv-SE" dirty="0" err="1"/>
              <a:t>guidelines</a:t>
            </a:r>
            <a:r>
              <a:rPr lang="sv-SE" dirty="0"/>
              <a:t> or </a:t>
            </a:r>
            <a:r>
              <a:rPr lang="sv-SE" dirty="0" err="1"/>
              <a:t>conditions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dirty="0" err="1"/>
              <a:t>This</a:t>
            </a:r>
            <a:r>
              <a:rPr lang="sv-SE" dirty="0"/>
              <a:t> is </a:t>
            </a:r>
            <a:r>
              <a:rPr lang="sv-SE" dirty="0" err="1"/>
              <a:t>why</a:t>
            </a:r>
            <a:r>
              <a:rPr lang="sv-SE" dirty="0"/>
              <a:t> </a:t>
            </a:r>
            <a:r>
              <a:rPr lang="sv-SE" dirty="0" err="1"/>
              <a:t>Creative</a:t>
            </a:r>
            <a:r>
              <a:rPr lang="sv-SE" dirty="0"/>
              <a:t> </a:t>
            </a:r>
            <a:r>
              <a:rPr lang="sv-SE" dirty="0" err="1"/>
              <a:t>Commons</a:t>
            </a:r>
            <a:r>
              <a:rPr lang="sv-SE" dirty="0"/>
              <a:t> </a:t>
            </a:r>
            <a:r>
              <a:rPr lang="sv-SE" dirty="0" err="1"/>
              <a:t>was</a:t>
            </a:r>
            <a:r>
              <a:rPr lang="sv-SE" dirty="0"/>
              <a:t> </a:t>
            </a:r>
            <a:r>
              <a:rPr lang="sv-SE" dirty="0" err="1"/>
              <a:t>developed</a:t>
            </a:r>
            <a:r>
              <a:rPr lang="sv-SE" dirty="0"/>
              <a:t>.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1970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055229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59014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A5680B-5CFF-5C46-8A8E-F880F761868B}" type="slidenum">
              <a:rPr lang="sv-SE" smtClean="0"/>
              <a:pPr>
                <a:defRPr/>
              </a:pPr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06858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A v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684000" y="1706400"/>
            <a:ext cx="7848440" cy="857250"/>
          </a:xfrm>
        </p:spPr>
        <p:txBody>
          <a:bodyPr anchor="t" anchorCtr="0"/>
          <a:lstStyle>
            <a:lvl1pPr algn="l">
              <a:defRPr sz="4800" b="1" i="0" cap="none" baseline="0">
                <a:latin typeface="Arial Narrow" panose="020B0606020202030204" pitchFamily="34" charset="0"/>
              </a:defRPr>
            </a:lvl1pPr>
          </a:lstStyle>
          <a:p>
            <a:r>
              <a:rPr lang="en-GB" noProof="0" dirty="0">
                <a:effectLst/>
              </a:rPr>
              <a:t>Add presentation title </a:t>
            </a:r>
            <a:br>
              <a:rPr lang="en-GB" noProof="0" dirty="0">
                <a:effectLst/>
              </a:rPr>
            </a:br>
            <a:r>
              <a:rPr lang="en-GB" noProof="0" dirty="0">
                <a:effectLst/>
              </a:rPr>
              <a:t>(white background)</a:t>
            </a:r>
            <a:endParaRPr lang="sv-SE" noProof="0" dirty="0"/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4000" y="4522457"/>
            <a:ext cx="7920000" cy="162167"/>
          </a:xfrm>
        </p:spPr>
        <p:txBody>
          <a:bodyPr t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cap="all" baseline="0">
                <a:latin typeface="Arial Narrow"/>
              </a:defRPr>
            </a:lvl1pPr>
          </a:lstStyle>
          <a:p>
            <a:pPr lvl="0"/>
            <a:r>
              <a:rPr lang="en-US" noProof="0" dirty="0"/>
              <a:t>Click to add name and title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9E1F6740-037E-454C-956B-2602A01C8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18FF263-73C9-A142-A4C9-FA6D06034237}" type="datetime1">
              <a:rPr lang="sv-SE" smtClean="0"/>
              <a:t>2026-05-08</a:t>
            </a:fld>
            <a:endParaRPr lang="sv-SE" dirty="0"/>
          </a:p>
        </p:txBody>
      </p:sp>
      <p:sp>
        <p:nvSpPr>
          <p:cNvPr id="11" name="Platshållare för bildnummer 2">
            <a:extLst>
              <a:ext uri="{FF2B5EF4-FFF2-40B4-BE49-F238E27FC236}">
                <a16:creationId xmlns:a16="http://schemas.microsoft.com/office/drawing/2014/main" id="{814C1E6D-B600-D047-8023-D406AB89C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9" name="Platshållare för sidfot 5">
            <a:extLst>
              <a:ext uri="{FF2B5EF4-FFF2-40B4-BE49-F238E27FC236}">
                <a16:creationId xmlns:a16="http://schemas.microsoft.com/office/drawing/2014/main" id="{94444B35-34DF-0A4A-A2B2-3BF00BB4F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 dirty="0"/>
          </a:p>
        </p:txBody>
      </p:sp>
      <p:pic>
        <p:nvPicPr>
          <p:cNvPr id="10" name="Platshållare för bild 29">
            <a:extLst>
              <a:ext uri="{FF2B5EF4-FFF2-40B4-BE49-F238E27FC236}">
                <a16:creationId xmlns:a16="http://schemas.microsoft.com/office/drawing/2014/main" id="{378AC071-18D6-A04D-ADEF-775E4946D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10" b="710"/>
          <a:stretch>
            <a:fillRect/>
          </a:stretch>
        </p:blipFill>
        <p:spPr>
          <a:xfrm>
            <a:off x="676157" y="-4068"/>
            <a:ext cx="858600" cy="87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06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C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tshållare för bild 8">
            <a:extLst>
              <a:ext uri="{FF2B5EF4-FFF2-40B4-BE49-F238E27FC236}">
                <a16:creationId xmlns:a16="http://schemas.microsoft.com/office/drawing/2014/main" id="{D5A31A2E-FB5E-B446-988F-734F9CE5185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87"/>
            <a:ext cx="9155967" cy="487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t" anchorCtr="0">
            <a:normAutofit/>
          </a:bodyPr>
          <a:lstStyle>
            <a:lvl1pPr marL="180000" indent="-180000" algn="ctr">
              <a:buNone/>
              <a:defRPr lang="sv-SE" sz="1600" noProof="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dirty="0" err="1"/>
              <a:t>Click</a:t>
            </a:r>
            <a:r>
              <a:rPr lang="sv-SE" noProof="0" dirty="0"/>
              <a:t> on the </a:t>
            </a:r>
            <a:r>
              <a:rPr lang="sv-SE" noProof="0" dirty="0" err="1"/>
              <a:t>icon</a:t>
            </a:r>
            <a:br>
              <a:rPr lang="sv-SE" noProof="0" dirty="0"/>
            </a:br>
            <a:br>
              <a:rPr lang="sv-SE" noProof="0" dirty="0"/>
            </a:br>
            <a:r>
              <a:rPr lang="sv-SE" noProof="0" dirty="0"/>
              <a:t>to </a:t>
            </a:r>
            <a:r>
              <a:rPr lang="sv-SE" noProof="0" dirty="0" err="1"/>
              <a:t>add</a:t>
            </a:r>
            <a:r>
              <a:rPr lang="sv-SE" noProof="0" dirty="0"/>
              <a:t> a </a:t>
            </a:r>
            <a:r>
              <a:rPr lang="sv-SE" noProof="0" dirty="0" err="1"/>
              <a:t>picture</a:t>
            </a:r>
            <a:endParaRPr lang="sv-SE" noProof="0" dirty="0"/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684000" y="2108403"/>
            <a:ext cx="7848440" cy="857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Ctr="0"/>
          <a:lstStyle>
            <a:lvl1pPr algn="l">
              <a:defRPr sz="4800" b="1" i="0" cap="none" baseline="0">
                <a:solidFill>
                  <a:schemeClr val="bg1"/>
                </a:solidFill>
                <a:effectLst/>
                <a:latin typeface="Arial Narrow" panose="020B0606020202030204" pitchFamily="34" charset="0"/>
              </a:defRPr>
            </a:lvl1pPr>
          </a:lstStyle>
          <a:p>
            <a:r>
              <a:rPr lang="en-GB" noProof="0" dirty="0">
                <a:effectLst/>
              </a:rPr>
              <a:t>Add presentation title (image)</a:t>
            </a:r>
            <a:endParaRPr lang="sv-SE" noProof="0" dirty="0"/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4000" y="3473130"/>
            <a:ext cx="7920000" cy="162167"/>
          </a:xfrm>
        </p:spPr>
        <p:txBody>
          <a:bodyPr t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cap="all" baseline="0">
                <a:latin typeface="Arial Narrow"/>
              </a:defRPr>
            </a:lvl1pPr>
          </a:lstStyle>
          <a:p>
            <a:pPr lvl="0"/>
            <a:r>
              <a:rPr lang="en-US" noProof="0" dirty="0"/>
              <a:t>Click to add name and title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764D730E-0D01-7643-B171-B35254D8D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48482F2C-AEDD-FD4B-B5D8-88EBB4855ED9}" type="datetime1">
              <a:rPr lang="sv-SE" smtClean="0"/>
              <a:t>2026-05-08</a:t>
            </a:fld>
            <a:endParaRPr lang="sv-SE"/>
          </a:p>
        </p:txBody>
      </p:sp>
      <p:sp>
        <p:nvSpPr>
          <p:cNvPr id="12" name="Platshållare för bildnummer 2">
            <a:extLst>
              <a:ext uri="{FF2B5EF4-FFF2-40B4-BE49-F238E27FC236}">
                <a16:creationId xmlns:a16="http://schemas.microsoft.com/office/drawing/2014/main" id="{C81B3A5B-684F-3741-8CC1-3754B3B13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9" name="Platshållare för sidfot 5">
            <a:extLst>
              <a:ext uri="{FF2B5EF4-FFF2-40B4-BE49-F238E27FC236}">
                <a16:creationId xmlns:a16="http://schemas.microsoft.com/office/drawing/2014/main" id="{0D003C73-8353-EF49-8032-8AA7CC011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  <p:sp>
        <p:nvSpPr>
          <p:cNvPr id="14" name="Platshållare för bild 7">
            <a:extLst>
              <a:ext uri="{FF2B5EF4-FFF2-40B4-BE49-F238E27FC236}">
                <a16:creationId xmlns:a16="http://schemas.microsoft.com/office/drawing/2014/main" id="{CDD24250-D2BD-974C-AF0E-1E01DB934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76157" y="-4068"/>
            <a:ext cx="858600" cy="871582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sv-S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9793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A vhite 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4"/>
          <p:cNvSpPr>
            <a:spLocks noGrp="1"/>
          </p:cNvSpPr>
          <p:nvPr>
            <p:ph type="title" hasCustomPrompt="1"/>
          </p:nvPr>
        </p:nvSpPr>
        <p:spPr>
          <a:xfrm>
            <a:off x="540000" y="1707654"/>
            <a:ext cx="8064000" cy="594000"/>
          </a:xfrm>
          <a:effectLst/>
        </p:spPr>
        <p:txBody>
          <a:bodyPr vert="horz" lIns="0" tIns="0" rIns="0" bIns="0" rtlCol="0" anchor="t" anchorCtr="0">
            <a:noAutofit/>
          </a:bodyPr>
          <a:lstStyle>
            <a:lvl1pPr marL="0" marR="0" indent="0" algn="ctr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sv-SE" sz="4000" i="0" cap="none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New </a:t>
            </a:r>
            <a:r>
              <a:rPr lang="sv-SE" dirty="0" err="1"/>
              <a:t>section</a:t>
            </a:r>
            <a:r>
              <a:rPr lang="sv-SE" dirty="0"/>
              <a:t> </a:t>
            </a:r>
            <a:r>
              <a:rPr lang="sv-SE" dirty="0" err="1"/>
              <a:t>header</a:t>
            </a:r>
            <a:r>
              <a:rPr lang="sv-SE" dirty="0"/>
              <a:t> (</a:t>
            </a:r>
            <a:r>
              <a:rPr lang="sv-SE" dirty="0" err="1"/>
              <a:t>vhite</a:t>
            </a:r>
            <a:r>
              <a:rPr lang="sv-SE" dirty="0"/>
              <a:t>)</a:t>
            </a:r>
          </a:p>
        </p:txBody>
      </p:sp>
      <p:sp>
        <p:nvSpPr>
          <p:cNvPr id="15" name="Platshållare för text 14">
            <a:extLst>
              <a:ext uri="{FF2B5EF4-FFF2-40B4-BE49-F238E27FC236}">
                <a16:creationId xmlns:a16="http://schemas.microsoft.com/office/drawing/2014/main" id="{92958D87-D8D8-704E-9098-0CC3332C56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2499742"/>
            <a:ext cx="7960764" cy="914400"/>
          </a:xfrm>
        </p:spPr>
        <p:txBody>
          <a:bodyPr>
            <a:noAutofit/>
          </a:bodyPr>
          <a:lstStyle>
            <a:lvl1pPr marL="0" indent="0" algn="ctr">
              <a:buNone/>
              <a:defRPr sz="24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sv-SE" dirty="0" err="1"/>
              <a:t>Subtitle</a:t>
            </a:r>
            <a:endParaRPr lang="sv-SE" dirty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1FDA1F9E-A2C9-774B-A280-A91198D6D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7DA54E0E-C7AD-4D4E-B0BF-B8CD31046C28}" type="datetime1">
              <a:rPr lang="sv-SE" smtClean="0"/>
              <a:t>2026-05-08</a:t>
            </a:fld>
            <a:endParaRPr lang="sv-SE"/>
          </a:p>
        </p:txBody>
      </p:sp>
      <p:sp>
        <p:nvSpPr>
          <p:cNvPr id="9" name="Platshållare för bildnummer 2">
            <a:extLst>
              <a:ext uri="{FF2B5EF4-FFF2-40B4-BE49-F238E27FC236}">
                <a16:creationId xmlns:a16="http://schemas.microsoft.com/office/drawing/2014/main" id="{3DFD3A44-E47C-8946-855C-41815F3E8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Platshållare för sidfot 5">
            <a:extLst>
              <a:ext uri="{FF2B5EF4-FFF2-40B4-BE49-F238E27FC236}">
                <a16:creationId xmlns:a16="http://schemas.microsoft.com/office/drawing/2014/main" id="{C28B2377-4B53-3745-96AC-04DF2F6CE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159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B image 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bild 8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55967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t" anchorCtr="0">
            <a:normAutofit/>
          </a:bodyPr>
          <a:lstStyle>
            <a:lvl1pPr marL="180000" indent="-180000" algn="ctr">
              <a:buNone/>
              <a:defRPr lang="sv-SE" sz="1600" noProof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1" name="Rubrik 4">
            <a:extLst>
              <a:ext uri="{FF2B5EF4-FFF2-40B4-BE49-F238E27FC236}">
                <a16:creationId xmlns:a16="http://schemas.microsoft.com/office/drawing/2014/main" id="{520BE267-42B3-1340-9ACF-CC68A1C39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07654"/>
            <a:ext cx="8064000" cy="594000"/>
          </a:xfrm>
          <a:effectLst/>
        </p:spPr>
        <p:txBody>
          <a:bodyPr vert="horz" lIns="0" tIns="0" rIns="0" bIns="0" rtlCol="0" anchor="t" anchorCtr="0">
            <a:noAutofit/>
          </a:bodyPr>
          <a:lstStyle>
            <a:lvl1pPr marL="0" marR="0" indent="0" algn="ctr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sv-SE" sz="4000" i="0" cap="none" baseline="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New </a:t>
            </a:r>
            <a:r>
              <a:rPr lang="sv-SE" dirty="0" err="1"/>
              <a:t>section</a:t>
            </a:r>
            <a:r>
              <a:rPr lang="sv-SE" dirty="0"/>
              <a:t> </a:t>
            </a:r>
            <a:r>
              <a:rPr lang="sv-SE" dirty="0" err="1"/>
              <a:t>header</a:t>
            </a:r>
            <a:r>
              <a:rPr lang="sv-SE" dirty="0"/>
              <a:t> (image)</a:t>
            </a:r>
          </a:p>
        </p:txBody>
      </p:sp>
      <p:sp>
        <p:nvSpPr>
          <p:cNvPr id="12" name="Platshållare för text 14">
            <a:extLst>
              <a:ext uri="{FF2B5EF4-FFF2-40B4-BE49-F238E27FC236}">
                <a16:creationId xmlns:a16="http://schemas.microsoft.com/office/drawing/2014/main" id="{71050712-BF84-7C40-B19A-341E7325F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2499742"/>
            <a:ext cx="7960764" cy="914400"/>
          </a:xfrm>
        </p:spPr>
        <p:txBody>
          <a:bodyPr>
            <a:noAutofit/>
          </a:bodyPr>
          <a:lstStyle>
            <a:lvl1pPr marL="0" indent="0" algn="ctr">
              <a:buNone/>
              <a:defRPr sz="2400" b="0" i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sv-SE" dirty="0" err="1"/>
              <a:t>Subtitle</a:t>
            </a:r>
            <a:endParaRPr lang="sv-SE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6D82E103-E400-5947-A57F-924E4C73E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7A591F20-706E-A845-8D19-FBBAC6363668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59B8AFD8-4D72-E44C-B8FF-E0184A8F9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Platshållare för sidfot 5">
            <a:extLst>
              <a:ext uri="{FF2B5EF4-FFF2-40B4-BE49-F238E27FC236}">
                <a16:creationId xmlns:a16="http://schemas.microsoft.com/office/drawing/2014/main" id="{5DF19DB4-093B-394E-8D19-C8289414F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8008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1" y="1440000"/>
            <a:ext cx="6408279" cy="2939990"/>
          </a:xfrm>
        </p:spPr>
        <p:txBody>
          <a:bodyPr>
            <a:normAutofit/>
          </a:bodyPr>
          <a:lstStyle>
            <a:lvl1pPr marL="216000" indent="-216000"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21600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48000" indent="-21600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4000" indent="-21600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0000" indent="-21600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0" name="Rubrik 5">
            <a:extLst>
              <a:ext uri="{FF2B5EF4-FFF2-40B4-BE49-F238E27FC236}">
                <a16:creationId xmlns:a16="http://schemas.microsoft.com/office/drawing/2014/main" id="{B3AB4A1A-A57A-A74C-B584-46E088ED2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783135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C48BEFC7-0DD1-BB47-8553-52C1B1058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4DE4B-E8F7-8747-8E07-FB091AFF0F83}" type="datetime1">
              <a:rPr lang="sv-SE" smtClean="0"/>
              <a:t>2026-05-08</a:t>
            </a:fld>
            <a:endParaRPr lang="sv-SE"/>
          </a:p>
        </p:txBody>
      </p:sp>
      <p:sp>
        <p:nvSpPr>
          <p:cNvPr id="11" name="Platshållare för bildnummer 2">
            <a:extLst>
              <a:ext uri="{FF2B5EF4-FFF2-40B4-BE49-F238E27FC236}">
                <a16:creationId xmlns:a16="http://schemas.microsoft.com/office/drawing/2014/main" id="{DD20616B-774F-6646-B0D8-CE8888213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9" name="Platshållare för sidfot 5">
            <a:extLst>
              <a:ext uri="{FF2B5EF4-FFF2-40B4-BE49-F238E27FC236}">
                <a16:creationId xmlns:a16="http://schemas.microsoft.com/office/drawing/2014/main" id="{992E2D96-1FB9-6949-A2CE-9BA8B76D9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46521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3816000" cy="2939990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8" name="Platshållare för innehåll 3"/>
          <p:cNvSpPr>
            <a:spLocks noGrp="1"/>
          </p:cNvSpPr>
          <p:nvPr>
            <p:ph sz="quarter" idx="13" hasCustomPrompt="1"/>
          </p:nvPr>
        </p:nvSpPr>
        <p:spPr>
          <a:xfrm>
            <a:off x="4716016" y="1440000"/>
            <a:ext cx="3816000" cy="2939990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9" name="Rubrik 5">
            <a:extLst>
              <a:ext uri="{FF2B5EF4-FFF2-40B4-BE49-F238E27FC236}">
                <a16:creationId xmlns:a16="http://schemas.microsoft.com/office/drawing/2014/main" id="{E9A697CC-9259-9E4A-A6D3-210CEB8670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783135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93F262F3-D4FD-0742-A4D6-9FC093021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8FE68EE2-90B4-FD4D-9CE9-43EDF58CB18D}" type="datetime1">
              <a:rPr lang="sv-SE" smtClean="0"/>
              <a:t>2026-05-08</a:t>
            </a:fld>
            <a:endParaRPr lang="sv-SE"/>
          </a:p>
        </p:txBody>
      </p:sp>
      <p:sp>
        <p:nvSpPr>
          <p:cNvPr id="12" name="Platshållare för bildnummer 2">
            <a:extLst>
              <a:ext uri="{FF2B5EF4-FFF2-40B4-BE49-F238E27FC236}">
                <a16:creationId xmlns:a16="http://schemas.microsoft.com/office/drawing/2014/main" id="{F018DB9F-8BCB-4B49-ADEF-FC3061C91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1" name="Platshållare för sidfot 5">
            <a:extLst>
              <a:ext uri="{FF2B5EF4-FFF2-40B4-BE49-F238E27FC236}">
                <a16:creationId xmlns:a16="http://schemas.microsoft.com/office/drawing/2014/main" id="{D09420EA-02C7-A74C-863D-39BD996EB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8322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 (al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-383"/>
            <a:ext cx="2992081" cy="2445380"/>
          </a:xfrm>
          <a:custGeom>
            <a:avLst/>
            <a:gdLst>
              <a:gd name="connsiteX0" fmla="*/ 0 w 2992081"/>
              <a:gd name="connsiteY0" fmla="*/ 0 h 2504044"/>
              <a:gd name="connsiteX1" fmla="*/ 2992081 w 2992081"/>
              <a:gd name="connsiteY1" fmla="*/ 0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  <a:gd name="connsiteX0" fmla="*/ 0 w 2992081"/>
              <a:gd name="connsiteY0" fmla="*/ 0 h 2504044"/>
              <a:gd name="connsiteX1" fmla="*/ 2719707 w 2992081"/>
              <a:gd name="connsiteY1" fmla="*/ 19456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  <a:gd name="connsiteX0" fmla="*/ 0 w 2992081"/>
              <a:gd name="connsiteY0" fmla="*/ 0 h 2504044"/>
              <a:gd name="connsiteX1" fmla="*/ 2719707 w 2992081"/>
              <a:gd name="connsiteY1" fmla="*/ 9728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  <a:gd name="connsiteX0" fmla="*/ 0 w 2992081"/>
              <a:gd name="connsiteY0" fmla="*/ 0 h 2504044"/>
              <a:gd name="connsiteX1" fmla="*/ 2729435 w 2992081"/>
              <a:gd name="connsiteY1" fmla="*/ 0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2081" h="2504044">
                <a:moveTo>
                  <a:pt x="0" y="0"/>
                </a:moveTo>
                <a:lnTo>
                  <a:pt x="2729435" y="0"/>
                </a:lnTo>
                <a:lnTo>
                  <a:pt x="2992081" y="2504044"/>
                </a:lnTo>
                <a:lnTo>
                  <a:pt x="0" y="25040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3559921" y="1440000"/>
            <a:ext cx="5184000" cy="2989462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2" name="Platshållare för bild 7">
            <a:extLst>
              <a:ext uri="{FF2B5EF4-FFF2-40B4-BE49-F238E27FC236}">
                <a16:creationId xmlns:a16="http://schemas.microsoft.com/office/drawing/2014/main" id="{CDA96045-4293-124F-BA2E-05F28A48A70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-1" y="2571750"/>
            <a:ext cx="3332549" cy="2304000"/>
          </a:xfrm>
          <a:custGeom>
            <a:avLst/>
            <a:gdLst>
              <a:gd name="connsiteX0" fmla="*/ 0 w 2992081"/>
              <a:gd name="connsiteY0" fmla="*/ 0 h 2329782"/>
              <a:gd name="connsiteX1" fmla="*/ 2992081 w 2992081"/>
              <a:gd name="connsiteY1" fmla="*/ 0 h 2329782"/>
              <a:gd name="connsiteX2" fmla="*/ 2992081 w 2992081"/>
              <a:gd name="connsiteY2" fmla="*/ 2329782 h 2329782"/>
              <a:gd name="connsiteX3" fmla="*/ 0 w 2992081"/>
              <a:gd name="connsiteY3" fmla="*/ 2329782 h 2329782"/>
              <a:gd name="connsiteX4" fmla="*/ 0 w 2992081"/>
              <a:gd name="connsiteY4" fmla="*/ 0 h 2329782"/>
              <a:gd name="connsiteX0" fmla="*/ 0 w 3449281"/>
              <a:gd name="connsiteY0" fmla="*/ 0 h 2329782"/>
              <a:gd name="connsiteX1" fmla="*/ 2992081 w 3449281"/>
              <a:gd name="connsiteY1" fmla="*/ 0 h 2329782"/>
              <a:gd name="connsiteX2" fmla="*/ 3449281 w 3449281"/>
              <a:gd name="connsiteY2" fmla="*/ 2329782 h 2329782"/>
              <a:gd name="connsiteX3" fmla="*/ 0 w 3449281"/>
              <a:gd name="connsiteY3" fmla="*/ 2329782 h 2329782"/>
              <a:gd name="connsiteX4" fmla="*/ 0 w 3449281"/>
              <a:gd name="connsiteY4" fmla="*/ 0 h 2329782"/>
              <a:gd name="connsiteX0" fmla="*/ 0 w 3400643"/>
              <a:gd name="connsiteY0" fmla="*/ 0 h 2329782"/>
              <a:gd name="connsiteX1" fmla="*/ 2992081 w 3400643"/>
              <a:gd name="connsiteY1" fmla="*/ 0 h 2329782"/>
              <a:gd name="connsiteX2" fmla="*/ 3400643 w 3400643"/>
              <a:gd name="connsiteY2" fmla="*/ 2329782 h 2329782"/>
              <a:gd name="connsiteX3" fmla="*/ 0 w 3400643"/>
              <a:gd name="connsiteY3" fmla="*/ 2329782 h 2329782"/>
              <a:gd name="connsiteX4" fmla="*/ 0 w 3400643"/>
              <a:gd name="connsiteY4" fmla="*/ 0 h 2329782"/>
              <a:gd name="connsiteX0" fmla="*/ 0 w 3371460"/>
              <a:gd name="connsiteY0" fmla="*/ 0 h 2329782"/>
              <a:gd name="connsiteX1" fmla="*/ 2992081 w 3371460"/>
              <a:gd name="connsiteY1" fmla="*/ 0 h 2329782"/>
              <a:gd name="connsiteX2" fmla="*/ 3371460 w 3371460"/>
              <a:gd name="connsiteY2" fmla="*/ 2329782 h 2329782"/>
              <a:gd name="connsiteX3" fmla="*/ 0 w 3371460"/>
              <a:gd name="connsiteY3" fmla="*/ 2329782 h 2329782"/>
              <a:gd name="connsiteX4" fmla="*/ 0 w 3371460"/>
              <a:gd name="connsiteY4" fmla="*/ 0 h 2329782"/>
              <a:gd name="connsiteX0" fmla="*/ 0 w 3332549"/>
              <a:gd name="connsiteY0" fmla="*/ 0 h 2329782"/>
              <a:gd name="connsiteX1" fmla="*/ 2992081 w 3332549"/>
              <a:gd name="connsiteY1" fmla="*/ 0 h 2329782"/>
              <a:gd name="connsiteX2" fmla="*/ 3332549 w 3332549"/>
              <a:gd name="connsiteY2" fmla="*/ 2329782 h 2329782"/>
              <a:gd name="connsiteX3" fmla="*/ 0 w 3332549"/>
              <a:gd name="connsiteY3" fmla="*/ 2329782 h 2329782"/>
              <a:gd name="connsiteX4" fmla="*/ 0 w 3332549"/>
              <a:gd name="connsiteY4" fmla="*/ 0 h 2329782"/>
              <a:gd name="connsiteX0" fmla="*/ 0 w 3332549"/>
              <a:gd name="connsiteY0" fmla="*/ 0 h 2329782"/>
              <a:gd name="connsiteX1" fmla="*/ 3021264 w 3332549"/>
              <a:gd name="connsiteY1" fmla="*/ 0 h 2329782"/>
              <a:gd name="connsiteX2" fmla="*/ 3332549 w 3332549"/>
              <a:gd name="connsiteY2" fmla="*/ 2329782 h 2329782"/>
              <a:gd name="connsiteX3" fmla="*/ 0 w 3332549"/>
              <a:gd name="connsiteY3" fmla="*/ 2329782 h 2329782"/>
              <a:gd name="connsiteX4" fmla="*/ 0 w 3332549"/>
              <a:gd name="connsiteY4" fmla="*/ 0 h 2329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2549" h="2329782">
                <a:moveTo>
                  <a:pt x="0" y="0"/>
                </a:moveTo>
                <a:lnTo>
                  <a:pt x="3021264" y="0"/>
                </a:lnTo>
                <a:lnTo>
                  <a:pt x="3332549" y="2329782"/>
                </a:lnTo>
                <a:lnTo>
                  <a:pt x="0" y="232978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Rubrik 5">
            <a:extLst>
              <a:ext uri="{FF2B5EF4-FFF2-40B4-BE49-F238E27FC236}">
                <a16:creationId xmlns:a16="http://schemas.microsoft.com/office/drawing/2014/main" id="{25204F60-9D72-B54D-8C7F-43065DDAB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9920" y="504000"/>
            <a:ext cx="4955429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6A7E6B21-7387-644D-BFE2-5C2329053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1E7A1DC-0932-B447-8518-058FA67F1F60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CF2110AC-6B34-944D-BF9B-3F0B280CA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1" name="Platshållare för sidfot 5">
            <a:extLst>
              <a:ext uri="{FF2B5EF4-FFF2-40B4-BE49-F238E27FC236}">
                <a16:creationId xmlns:a16="http://schemas.microsoft.com/office/drawing/2014/main" id="{2C06087B-2921-134F-85E6-A9568862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865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2991600" cy="48760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3347864" y="1440000"/>
            <a:ext cx="5184000" cy="2942564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4A046CDC-B1E2-0B4F-AE67-FFD8B97568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1350" y="504000"/>
            <a:ext cx="518400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EF39BB09-8296-DA49-8777-91E6D671B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7154C9A-1CE8-F14B-B000-4010133FFDA8}" type="datetime1">
              <a:rPr lang="sv-SE" smtClean="0"/>
              <a:t>2026-05-08</a:t>
            </a:fld>
            <a:endParaRPr lang="sv-SE"/>
          </a:p>
        </p:txBody>
      </p:sp>
      <p:sp>
        <p:nvSpPr>
          <p:cNvPr id="11" name="Platshållare för bildnummer 2">
            <a:extLst>
              <a:ext uri="{FF2B5EF4-FFF2-40B4-BE49-F238E27FC236}">
                <a16:creationId xmlns:a16="http://schemas.microsoft.com/office/drawing/2014/main" id="{1C38B563-2095-EF45-9ADB-5E64B1F36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0" name="Platshållare för sidfot 5">
            <a:extLst>
              <a:ext uri="{FF2B5EF4-FFF2-40B4-BE49-F238E27FC236}">
                <a16:creationId xmlns:a16="http://schemas.microsoft.com/office/drawing/2014/main" id="{95DAD72F-8A55-7044-B3B4-596B50B923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0026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4572001" cy="487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 dirty="0" smtClean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4932448" y="1440000"/>
            <a:ext cx="3672000" cy="2989462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E269CEC0-D993-D844-9A1F-87AB9ECBC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448" y="504000"/>
            <a:ext cx="3582902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407C967A-85FB-724E-B326-E2C4F4556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9C3896B-BD25-7046-AADE-3250A70A1DA5}" type="datetime1">
              <a:rPr lang="sv-SE" smtClean="0"/>
              <a:t>2026-05-08</a:t>
            </a:fld>
            <a:endParaRPr lang="sv-SE"/>
          </a:p>
        </p:txBody>
      </p:sp>
      <p:sp>
        <p:nvSpPr>
          <p:cNvPr id="11" name="Platshållare för bildnummer 2">
            <a:extLst>
              <a:ext uri="{FF2B5EF4-FFF2-40B4-BE49-F238E27FC236}">
                <a16:creationId xmlns:a16="http://schemas.microsoft.com/office/drawing/2014/main" id="{25D8992B-B60B-674B-BB50-4C76C3BE4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0" name="Platshållare för sidfot 5">
            <a:extLst>
              <a:ext uri="{FF2B5EF4-FFF2-40B4-BE49-F238E27FC236}">
                <a16:creationId xmlns:a16="http://schemas.microsoft.com/office/drawing/2014/main" id="{730D02EB-7CAB-ED44-8A6F-C91E282B4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260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tshållare för bild 7">
            <a:extLst>
              <a:ext uri="{FF2B5EF4-FFF2-40B4-BE49-F238E27FC236}">
                <a16:creationId xmlns:a16="http://schemas.microsoft.com/office/drawing/2014/main" id="{61B5B853-6050-104B-B64B-70CD31ABC8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9042" y="1605"/>
            <a:ext cx="4378848" cy="4876193"/>
          </a:xfrm>
          <a:custGeom>
            <a:avLst/>
            <a:gdLst>
              <a:gd name="connsiteX0" fmla="*/ 0 w 4118677"/>
              <a:gd name="connsiteY0" fmla="*/ 0 h 4901532"/>
              <a:gd name="connsiteX1" fmla="*/ 4118677 w 4118677"/>
              <a:gd name="connsiteY1" fmla="*/ 0 h 4901532"/>
              <a:gd name="connsiteX2" fmla="*/ 4118677 w 4118677"/>
              <a:gd name="connsiteY2" fmla="*/ 4901532 h 4901532"/>
              <a:gd name="connsiteX3" fmla="*/ 0 w 4118677"/>
              <a:gd name="connsiteY3" fmla="*/ 4901532 h 4901532"/>
              <a:gd name="connsiteX4" fmla="*/ 0 w 4118677"/>
              <a:gd name="connsiteY4" fmla="*/ 0 h 4901532"/>
              <a:gd name="connsiteX0" fmla="*/ 0 w 5077039"/>
              <a:gd name="connsiteY0" fmla="*/ 0 h 4901532"/>
              <a:gd name="connsiteX1" fmla="*/ 5077039 w 5077039"/>
              <a:gd name="connsiteY1" fmla="*/ 8792 h 4901532"/>
              <a:gd name="connsiteX2" fmla="*/ 4118677 w 5077039"/>
              <a:gd name="connsiteY2" fmla="*/ 4901532 h 4901532"/>
              <a:gd name="connsiteX3" fmla="*/ 0 w 5077039"/>
              <a:gd name="connsiteY3" fmla="*/ 4901532 h 4901532"/>
              <a:gd name="connsiteX4" fmla="*/ 0 w 5077039"/>
              <a:gd name="connsiteY4" fmla="*/ 0 h 4901532"/>
              <a:gd name="connsiteX0" fmla="*/ 0 w 5085831"/>
              <a:gd name="connsiteY0" fmla="*/ 0 h 4901532"/>
              <a:gd name="connsiteX1" fmla="*/ 5085831 w 5085831"/>
              <a:gd name="connsiteY1" fmla="*/ 0 h 4901532"/>
              <a:gd name="connsiteX2" fmla="*/ 4118677 w 5085831"/>
              <a:gd name="connsiteY2" fmla="*/ 4901532 h 4901532"/>
              <a:gd name="connsiteX3" fmla="*/ 0 w 5085831"/>
              <a:gd name="connsiteY3" fmla="*/ 4901532 h 4901532"/>
              <a:gd name="connsiteX4" fmla="*/ 0 w 5085831"/>
              <a:gd name="connsiteY4" fmla="*/ 0 h 4901532"/>
              <a:gd name="connsiteX0" fmla="*/ 0 w 5121576"/>
              <a:gd name="connsiteY0" fmla="*/ 0 h 4901532"/>
              <a:gd name="connsiteX1" fmla="*/ 5121576 w 5121576"/>
              <a:gd name="connsiteY1" fmla="*/ 0 h 4901532"/>
              <a:gd name="connsiteX2" fmla="*/ 4118677 w 5121576"/>
              <a:gd name="connsiteY2" fmla="*/ 4901532 h 4901532"/>
              <a:gd name="connsiteX3" fmla="*/ 0 w 5121576"/>
              <a:gd name="connsiteY3" fmla="*/ 4901532 h 4901532"/>
              <a:gd name="connsiteX4" fmla="*/ 0 w 5121576"/>
              <a:gd name="connsiteY4" fmla="*/ 0 h 4901532"/>
              <a:gd name="connsiteX0" fmla="*/ 0 w 5710525"/>
              <a:gd name="connsiteY0" fmla="*/ 0 h 4901532"/>
              <a:gd name="connsiteX1" fmla="*/ 5121576 w 5710525"/>
              <a:gd name="connsiteY1" fmla="*/ 0 h 4901532"/>
              <a:gd name="connsiteX2" fmla="*/ 5710525 w 5710525"/>
              <a:gd name="connsiteY2" fmla="*/ 4901532 h 4901532"/>
              <a:gd name="connsiteX3" fmla="*/ 0 w 5710525"/>
              <a:gd name="connsiteY3" fmla="*/ 4901532 h 4901532"/>
              <a:gd name="connsiteX4" fmla="*/ 0 w 5710525"/>
              <a:gd name="connsiteY4" fmla="*/ 0 h 4901532"/>
              <a:gd name="connsiteX0" fmla="*/ 0 w 5719669"/>
              <a:gd name="connsiteY0" fmla="*/ 0 h 4901532"/>
              <a:gd name="connsiteX1" fmla="*/ 5719669 w 5719669"/>
              <a:gd name="connsiteY1" fmla="*/ 9053 h 4901532"/>
              <a:gd name="connsiteX2" fmla="*/ 5710525 w 5719669"/>
              <a:gd name="connsiteY2" fmla="*/ 4901532 h 4901532"/>
              <a:gd name="connsiteX3" fmla="*/ 0 w 5719669"/>
              <a:gd name="connsiteY3" fmla="*/ 4901532 h 4901532"/>
              <a:gd name="connsiteX4" fmla="*/ 0 w 5719669"/>
              <a:gd name="connsiteY4" fmla="*/ 0 h 4901532"/>
              <a:gd name="connsiteX0" fmla="*/ 0 w 5719669"/>
              <a:gd name="connsiteY0" fmla="*/ 0 h 4919639"/>
              <a:gd name="connsiteX1" fmla="*/ 5719669 w 5719669"/>
              <a:gd name="connsiteY1" fmla="*/ 9053 h 4919639"/>
              <a:gd name="connsiteX2" fmla="*/ 5710525 w 5719669"/>
              <a:gd name="connsiteY2" fmla="*/ 4901532 h 4919639"/>
              <a:gd name="connsiteX3" fmla="*/ 1573445 w 5719669"/>
              <a:gd name="connsiteY3" fmla="*/ 4919639 h 4919639"/>
              <a:gd name="connsiteX4" fmla="*/ 0 w 5719669"/>
              <a:gd name="connsiteY4" fmla="*/ 0 h 4919639"/>
              <a:gd name="connsiteX0" fmla="*/ 0 w 5139979"/>
              <a:gd name="connsiteY0" fmla="*/ 9054 h 4910586"/>
              <a:gd name="connsiteX1" fmla="*/ 5139979 w 5139979"/>
              <a:gd name="connsiteY1" fmla="*/ 0 h 4910586"/>
              <a:gd name="connsiteX2" fmla="*/ 5130835 w 5139979"/>
              <a:gd name="connsiteY2" fmla="*/ 4892479 h 4910586"/>
              <a:gd name="connsiteX3" fmla="*/ 993755 w 5139979"/>
              <a:gd name="connsiteY3" fmla="*/ 4910586 h 4910586"/>
              <a:gd name="connsiteX4" fmla="*/ 0 w 5139979"/>
              <a:gd name="connsiteY4" fmla="*/ 9054 h 4910586"/>
              <a:gd name="connsiteX0" fmla="*/ 0 w 5139979"/>
              <a:gd name="connsiteY0" fmla="*/ 9054 h 4901532"/>
              <a:gd name="connsiteX1" fmla="*/ 5139979 w 5139979"/>
              <a:gd name="connsiteY1" fmla="*/ 0 h 4901532"/>
              <a:gd name="connsiteX2" fmla="*/ 5130835 w 5139979"/>
              <a:gd name="connsiteY2" fmla="*/ 4892479 h 4901532"/>
              <a:gd name="connsiteX3" fmla="*/ 993755 w 5139979"/>
              <a:gd name="connsiteY3" fmla="*/ 4901532 h 4901532"/>
              <a:gd name="connsiteX4" fmla="*/ 0 w 5139979"/>
              <a:gd name="connsiteY4" fmla="*/ 9054 h 4901532"/>
              <a:gd name="connsiteX0" fmla="*/ 0 w 5126312"/>
              <a:gd name="connsiteY0" fmla="*/ 2331 h 4901532"/>
              <a:gd name="connsiteX1" fmla="*/ 5126312 w 5126312"/>
              <a:gd name="connsiteY1" fmla="*/ 0 h 4901532"/>
              <a:gd name="connsiteX2" fmla="*/ 5117168 w 5126312"/>
              <a:gd name="connsiteY2" fmla="*/ 4892479 h 4901532"/>
              <a:gd name="connsiteX3" fmla="*/ 980088 w 5126312"/>
              <a:gd name="connsiteY3" fmla="*/ 4901532 h 4901532"/>
              <a:gd name="connsiteX4" fmla="*/ 0 w 5126312"/>
              <a:gd name="connsiteY4" fmla="*/ 2331 h 4901532"/>
              <a:gd name="connsiteX0" fmla="*/ 0 w 5139979"/>
              <a:gd name="connsiteY0" fmla="*/ 0 h 4912648"/>
              <a:gd name="connsiteX1" fmla="*/ 5139979 w 5139979"/>
              <a:gd name="connsiteY1" fmla="*/ 11116 h 4912648"/>
              <a:gd name="connsiteX2" fmla="*/ 5130835 w 5139979"/>
              <a:gd name="connsiteY2" fmla="*/ 4903595 h 4912648"/>
              <a:gd name="connsiteX3" fmla="*/ 993755 w 5139979"/>
              <a:gd name="connsiteY3" fmla="*/ 4912648 h 4912648"/>
              <a:gd name="connsiteX4" fmla="*/ 0 w 5139979"/>
              <a:gd name="connsiteY4" fmla="*/ 0 h 4912648"/>
              <a:gd name="connsiteX0" fmla="*/ 0 w 5126312"/>
              <a:gd name="connsiteY0" fmla="*/ 83013 h 4901532"/>
              <a:gd name="connsiteX1" fmla="*/ 5126312 w 5126312"/>
              <a:gd name="connsiteY1" fmla="*/ 0 h 4901532"/>
              <a:gd name="connsiteX2" fmla="*/ 5117168 w 5126312"/>
              <a:gd name="connsiteY2" fmla="*/ 4892479 h 4901532"/>
              <a:gd name="connsiteX3" fmla="*/ 980088 w 5126312"/>
              <a:gd name="connsiteY3" fmla="*/ 4901532 h 4901532"/>
              <a:gd name="connsiteX4" fmla="*/ 0 w 5126312"/>
              <a:gd name="connsiteY4" fmla="*/ 83013 h 4901532"/>
              <a:gd name="connsiteX0" fmla="*/ 0 w 5119478"/>
              <a:gd name="connsiteY0" fmla="*/ 0 h 4905924"/>
              <a:gd name="connsiteX1" fmla="*/ 5119478 w 5119478"/>
              <a:gd name="connsiteY1" fmla="*/ 4392 h 4905924"/>
              <a:gd name="connsiteX2" fmla="*/ 5110334 w 5119478"/>
              <a:gd name="connsiteY2" fmla="*/ 4896871 h 4905924"/>
              <a:gd name="connsiteX3" fmla="*/ 973254 w 5119478"/>
              <a:gd name="connsiteY3" fmla="*/ 4905924 h 4905924"/>
              <a:gd name="connsiteX4" fmla="*/ 0 w 5119478"/>
              <a:gd name="connsiteY4" fmla="*/ 0 h 4905924"/>
              <a:gd name="connsiteX0" fmla="*/ 0 w 5129396"/>
              <a:gd name="connsiteY0" fmla="*/ 0 h 4905924"/>
              <a:gd name="connsiteX1" fmla="*/ 5119478 w 5129396"/>
              <a:gd name="connsiteY1" fmla="*/ 4392 h 4905924"/>
              <a:gd name="connsiteX2" fmla="*/ 5129396 w 5129396"/>
              <a:gd name="connsiteY2" fmla="*/ 4892181 h 4905924"/>
              <a:gd name="connsiteX3" fmla="*/ 973254 w 5129396"/>
              <a:gd name="connsiteY3" fmla="*/ 4905924 h 4905924"/>
              <a:gd name="connsiteX4" fmla="*/ 0 w 5129396"/>
              <a:gd name="connsiteY4" fmla="*/ 0 h 4905924"/>
              <a:gd name="connsiteX0" fmla="*/ 0 w 5124629"/>
              <a:gd name="connsiteY0" fmla="*/ 0 h 4905924"/>
              <a:gd name="connsiteX1" fmla="*/ 5119478 w 5124629"/>
              <a:gd name="connsiteY1" fmla="*/ 4392 h 4905924"/>
              <a:gd name="connsiteX2" fmla="*/ 5124629 w 5124629"/>
              <a:gd name="connsiteY2" fmla="*/ 4901559 h 4905924"/>
              <a:gd name="connsiteX3" fmla="*/ 973254 w 5124629"/>
              <a:gd name="connsiteY3" fmla="*/ 4905924 h 4905924"/>
              <a:gd name="connsiteX4" fmla="*/ 0 w 5124629"/>
              <a:gd name="connsiteY4" fmla="*/ 0 h 4905924"/>
              <a:gd name="connsiteX0" fmla="*/ 0 w 5129395"/>
              <a:gd name="connsiteY0" fmla="*/ 0 h 4910938"/>
              <a:gd name="connsiteX1" fmla="*/ 5119478 w 5129395"/>
              <a:gd name="connsiteY1" fmla="*/ 4392 h 4910938"/>
              <a:gd name="connsiteX2" fmla="*/ 5129395 w 5129395"/>
              <a:gd name="connsiteY2" fmla="*/ 4910938 h 4910938"/>
              <a:gd name="connsiteX3" fmla="*/ 973254 w 5129395"/>
              <a:gd name="connsiteY3" fmla="*/ 4905924 h 4910938"/>
              <a:gd name="connsiteX4" fmla="*/ 0 w 5129395"/>
              <a:gd name="connsiteY4" fmla="*/ 0 h 4910938"/>
              <a:gd name="connsiteX0" fmla="*/ 0 w 5120105"/>
              <a:gd name="connsiteY0" fmla="*/ 0 h 4915627"/>
              <a:gd name="connsiteX1" fmla="*/ 5119478 w 5120105"/>
              <a:gd name="connsiteY1" fmla="*/ 4392 h 4915627"/>
              <a:gd name="connsiteX2" fmla="*/ 5115098 w 5120105"/>
              <a:gd name="connsiteY2" fmla="*/ 4915627 h 4915627"/>
              <a:gd name="connsiteX3" fmla="*/ 973254 w 5120105"/>
              <a:gd name="connsiteY3" fmla="*/ 4905924 h 4915627"/>
              <a:gd name="connsiteX4" fmla="*/ 0 w 5120105"/>
              <a:gd name="connsiteY4" fmla="*/ 0 h 4915627"/>
              <a:gd name="connsiteX0" fmla="*/ 0 w 5124630"/>
              <a:gd name="connsiteY0" fmla="*/ 0 h 4915627"/>
              <a:gd name="connsiteX1" fmla="*/ 5119478 w 5124630"/>
              <a:gd name="connsiteY1" fmla="*/ 4392 h 4915627"/>
              <a:gd name="connsiteX2" fmla="*/ 5124630 w 5124630"/>
              <a:gd name="connsiteY2" fmla="*/ 4915627 h 4915627"/>
              <a:gd name="connsiteX3" fmla="*/ 973254 w 5124630"/>
              <a:gd name="connsiteY3" fmla="*/ 4905924 h 4915627"/>
              <a:gd name="connsiteX4" fmla="*/ 0 w 5124630"/>
              <a:gd name="connsiteY4" fmla="*/ 0 h 4915627"/>
              <a:gd name="connsiteX0" fmla="*/ 0 w 5120542"/>
              <a:gd name="connsiteY0" fmla="*/ 0 h 4907160"/>
              <a:gd name="connsiteX1" fmla="*/ 5119478 w 5120542"/>
              <a:gd name="connsiteY1" fmla="*/ 4392 h 4907160"/>
              <a:gd name="connsiteX2" fmla="*/ 5120328 w 5120542"/>
              <a:gd name="connsiteY2" fmla="*/ 4907160 h 4907160"/>
              <a:gd name="connsiteX3" fmla="*/ 973254 w 5120542"/>
              <a:gd name="connsiteY3" fmla="*/ 4905924 h 4907160"/>
              <a:gd name="connsiteX4" fmla="*/ 0 w 5120542"/>
              <a:gd name="connsiteY4" fmla="*/ 0 h 4907160"/>
              <a:gd name="connsiteX0" fmla="*/ 0 w 5120542"/>
              <a:gd name="connsiteY0" fmla="*/ 4074 h 4911234"/>
              <a:gd name="connsiteX1" fmla="*/ 5119478 w 5120542"/>
              <a:gd name="connsiteY1" fmla="*/ 0 h 4911234"/>
              <a:gd name="connsiteX2" fmla="*/ 5120328 w 5120542"/>
              <a:gd name="connsiteY2" fmla="*/ 4911234 h 4911234"/>
              <a:gd name="connsiteX3" fmla="*/ 973254 w 5120542"/>
              <a:gd name="connsiteY3" fmla="*/ 4909998 h 4911234"/>
              <a:gd name="connsiteX4" fmla="*/ 0 w 5120542"/>
              <a:gd name="connsiteY4" fmla="*/ 4074 h 4911234"/>
              <a:gd name="connsiteX0" fmla="*/ 0 w 5124845"/>
              <a:gd name="connsiteY0" fmla="*/ 0 h 4919860"/>
              <a:gd name="connsiteX1" fmla="*/ 5123781 w 5124845"/>
              <a:gd name="connsiteY1" fmla="*/ 8626 h 4919860"/>
              <a:gd name="connsiteX2" fmla="*/ 5124631 w 5124845"/>
              <a:gd name="connsiteY2" fmla="*/ 4919860 h 4919860"/>
              <a:gd name="connsiteX3" fmla="*/ 977557 w 5124845"/>
              <a:gd name="connsiteY3" fmla="*/ 4918624 h 4919860"/>
              <a:gd name="connsiteX4" fmla="*/ 0 w 5124845"/>
              <a:gd name="connsiteY4" fmla="*/ 0 h 4919860"/>
              <a:gd name="connsiteX0" fmla="*/ 0 w 5120543"/>
              <a:gd name="connsiteY0" fmla="*/ 0 h 4915626"/>
              <a:gd name="connsiteX1" fmla="*/ 5119479 w 5120543"/>
              <a:gd name="connsiteY1" fmla="*/ 4392 h 4915626"/>
              <a:gd name="connsiteX2" fmla="*/ 5120329 w 5120543"/>
              <a:gd name="connsiteY2" fmla="*/ 4915626 h 4915626"/>
              <a:gd name="connsiteX3" fmla="*/ 973255 w 5120543"/>
              <a:gd name="connsiteY3" fmla="*/ 4914390 h 4915626"/>
              <a:gd name="connsiteX4" fmla="*/ 0 w 5120543"/>
              <a:gd name="connsiteY4" fmla="*/ 0 h 4915626"/>
              <a:gd name="connsiteX0" fmla="*/ 0 w 5120543"/>
              <a:gd name="connsiteY0" fmla="*/ 0 h 4911392"/>
              <a:gd name="connsiteX1" fmla="*/ 5119479 w 5120543"/>
              <a:gd name="connsiteY1" fmla="*/ 158 h 4911392"/>
              <a:gd name="connsiteX2" fmla="*/ 5120329 w 5120543"/>
              <a:gd name="connsiteY2" fmla="*/ 4911392 h 4911392"/>
              <a:gd name="connsiteX3" fmla="*/ 973255 w 5120543"/>
              <a:gd name="connsiteY3" fmla="*/ 4910156 h 4911392"/>
              <a:gd name="connsiteX4" fmla="*/ 0 w 5120543"/>
              <a:gd name="connsiteY4" fmla="*/ 0 h 4911392"/>
              <a:gd name="connsiteX0" fmla="*/ 0 w 5120543"/>
              <a:gd name="connsiteY0" fmla="*/ 0 h 4931928"/>
              <a:gd name="connsiteX1" fmla="*/ 5119479 w 5120543"/>
              <a:gd name="connsiteY1" fmla="*/ 158 h 4931928"/>
              <a:gd name="connsiteX2" fmla="*/ 5120329 w 5120543"/>
              <a:gd name="connsiteY2" fmla="*/ 4911392 h 4931928"/>
              <a:gd name="connsiteX3" fmla="*/ 10719 w 5120543"/>
              <a:gd name="connsiteY3" fmla="*/ 4931928 h 4931928"/>
              <a:gd name="connsiteX4" fmla="*/ 0 w 5120543"/>
              <a:gd name="connsiteY4" fmla="*/ 0 h 4931928"/>
              <a:gd name="connsiteX0" fmla="*/ 0 w 5119489"/>
              <a:gd name="connsiteY0" fmla="*/ 0 h 4931928"/>
              <a:gd name="connsiteX1" fmla="*/ 5119479 w 5119489"/>
              <a:gd name="connsiteY1" fmla="*/ 158 h 4931928"/>
              <a:gd name="connsiteX2" fmla="*/ 4312685 w 5119489"/>
              <a:gd name="connsiteY2" fmla="*/ 4922278 h 4931928"/>
              <a:gd name="connsiteX3" fmla="*/ 10719 w 5119489"/>
              <a:gd name="connsiteY3" fmla="*/ 4931928 h 4931928"/>
              <a:gd name="connsiteX4" fmla="*/ 0 w 5119489"/>
              <a:gd name="connsiteY4" fmla="*/ 0 h 4931928"/>
              <a:gd name="connsiteX0" fmla="*/ 0 w 5119489"/>
              <a:gd name="connsiteY0" fmla="*/ 0 h 4931928"/>
              <a:gd name="connsiteX1" fmla="*/ 5119479 w 5119489"/>
              <a:gd name="connsiteY1" fmla="*/ 158 h 4931928"/>
              <a:gd name="connsiteX2" fmla="*/ 4312685 w 5119489"/>
              <a:gd name="connsiteY2" fmla="*/ 4922278 h 4931928"/>
              <a:gd name="connsiteX3" fmla="*/ 10719 w 5119489"/>
              <a:gd name="connsiteY3" fmla="*/ 4931928 h 4931928"/>
              <a:gd name="connsiteX4" fmla="*/ 0 w 5119489"/>
              <a:gd name="connsiteY4" fmla="*/ 0 h 4931928"/>
              <a:gd name="connsiteX0" fmla="*/ 0 w 5119479"/>
              <a:gd name="connsiteY0" fmla="*/ 0 h 4931928"/>
              <a:gd name="connsiteX1" fmla="*/ 5119479 w 5119479"/>
              <a:gd name="connsiteY1" fmla="*/ 158 h 4931928"/>
              <a:gd name="connsiteX2" fmla="*/ 4312685 w 5119479"/>
              <a:gd name="connsiteY2" fmla="*/ 4922278 h 4931928"/>
              <a:gd name="connsiteX3" fmla="*/ 10719 w 5119479"/>
              <a:gd name="connsiteY3" fmla="*/ 4931928 h 4931928"/>
              <a:gd name="connsiteX4" fmla="*/ 0 w 5119479"/>
              <a:gd name="connsiteY4" fmla="*/ 0 h 4931928"/>
              <a:gd name="connsiteX0" fmla="*/ 0 w 5119479"/>
              <a:gd name="connsiteY0" fmla="*/ 0 h 4922288"/>
              <a:gd name="connsiteX1" fmla="*/ 5119479 w 5119479"/>
              <a:gd name="connsiteY1" fmla="*/ 158 h 4922288"/>
              <a:gd name="connsiteX2" fmla="*/ 4312685 w 5119479"/>
              <a:gd name="connsiteY2" fmla="*/ 4922278 h 4922288"/>
              <a:gd name="connsiteX3" fmla="*/ 10719 w 5119479"/>
              <a:gd name="connsiteY3" fmla="*/ 4914173 h 4922288"/>
              <a:gd name="connsiteX4" fmla="*/ 0 w 5119479"/>
              <a:gd name="connsiteY4" fmla="*/ 0 h 4922288"/>
              <a:gd name="connsiteX0" fmla="*/ 0 w 4713455"/>
              <a:gd name="connsiteY0" fmla="*/ 0 h 4922288"/>
              <a:gd name="connsiteX1" fmla="*/ 4713455 w 4713455"/>
              <a:gd name="connsiteY1" fmla="*/ 158 h 4922288"/>
              <a:gd name="connsiteX2" fmla="*/ 4312685 w 4713455"/>
              <a:gd name="connsiteY2" fmla="*/ 4922278 h 4922288"/>
              <a:gd name="connsiteX3" fmla="*/ 10719 w 4713455"/>
              <a:gd name="connsiteY3" fmla="*/ 4914173 h 4922288"/>
              <a:gd name="connsiteX4" fmla="*/ 0 w 4713455"/>
              <a:gd name="connsiteY4" fmla="*/ 0 h 4922288"/>
              <a:gd name="connsiteX0" fmla="*/ 0 w 4713455"/>
              <a:gd name="connsiteY0" fmla="*/ 0 h 4922288"/>
              <a:gd name="connsiteX1" fmla="*/ 4713455 w 4713455"/>
              <a:gd name="connsiteY1" fmla="*/ 158 h 4922288"/>
              <a:gd name="connsiteX2" fmla="*/ 4078093 w 4713455"/>
              <a:gd name="connsiteY2" fmla="*/ 4922278 h 4922288"/>
              <a:gd name="connsiteX3" fmla="*/ 10719 w 4713455"/>
              <a:gd name="connsiteY3" fmla="*/ 4914173 h 4922288"/>
              <a:gd name="connsiteX4" fmla="*/ 0 w 4713455"/>
              <a:gd name="connsiteY4" fmla="*/ 0 h 4922288"/>
              <a:gd name="connsiteX0" fmla="*/ 0 w 4713455"/>
              <a:gd name="connsiteY0" fmla="*/ 0 h 4914173"/>
              <a:gd name="connsiteX1" fmla="*/ 4713455 w 4713455"/>
              <a:gd name="connsiteY1" fmla="*/ 158 h 4914173"/>
              <a:gd name="connsiteX2" fmla="*/ 4088160 w 4713455"/>
              <a:gd name="connsiteY2" fmla="*/ 4908210 h 4914173"/>
              <a:gd name="connsiteX3" fmla="*/ 10719 w 4713455"/>
              <a:gd name="connsiteY3" fmla="*/ 4914173 h 4914173"/>
              <a:gd name="connsiteX4" fmla="*/ 0 w 4713455"/>
              <a:gd name="connsiteY4" fmla="*/ 0 h 4914173"/>
              <a:gd name="connsiteX0" fmla="*/ 0 w 4713455"/>
              <a:gd name="connsiteY0" fmla="*/ 0 h 4909484"/>
              <a:gd name="connsiteX1" fmla="*/ 4713455 w 4713455"/>
              <a:gd name="connsiteY1" fmla="*/ 158 h 4909484"/>
              <a:gd name="connsiteX2" fmla="*/ 4088160 w 4713455"/>
              <a:gd name="connsiteY2" fmla="*/ 4908210 h 4909484"/>
              <a:gd name="connsiteX3" fmla="*/ 35886 w 4713455"/>
              <a:gd name="connsiteY3" fmla="*/ 4909484 h 4909484"/>
              <a:gd name="connsiteX4" fmla="*/ 0 w 4713455"/>
              <a:gd name="connsiteY4" fmla="*/ 0 h 4909484"/>
              <a:gd name="connsiteX0" fmla="*/ 0 w 4713455"/>
              <a:gd name="connsiteY0" fmla="*/ 0 h 4908220"/>
              <a:gd name="connsiteX1" fmla="*/ 4713455 w 4713455"/>
              <a:gd name="connsiteY1" fmla="*/ 158 h 4908220"/>
              <a:gd name="connsiteX2" fmla="*/ 4088160 w 4713455"/>
              <a:gd name="connsiteY2" fmla="*/ 4908210 h 4908220"/>
              <a:gd name="connsiteX3" fmla="*/ 30853 w 4713455"/>
              <a:gd name="connsiteY3" fmla="*/ 4890727 h 4908220"/>
              <a:gd name="connsiteX4" fmla="*/ 0 w 4713455"/>
              <a:gd name="connsiteY4" fmla="*/ 0 h 4908220"/>
              <a:gd name="connsiteX0" fmla="*/ 0 w 4713455"/>
              <a:gd name="connsiteY0" fmla="*/ 0 h 4908220"/>
              <a:gd name="connsiteX1" fmla="*/ 4713455 w 4713455"/>
              <a:gd name="connsiteY1" fmla="*/ 158 h 4908220"/>
              <a:gd name="connsiteX2" fmla="*/ 4088160 w 4713455"/>
              <a:gd name="connsiteY2" fmla="*/ 4908210 h 4908220"/>
              <a:gd name="connsiteX3" fmla="*/ 30853 w 4713455"/>
              <a:gd name="connsiteY3" fmla="*/ 4904795 h 4908220"/>
              <a:gd name="connsiteX4" fmla="*/ 0 w 4713455"/>
              <a:gd name="connsiteY4" fmla="*/ 0 h 4908220"/>
              <a:gd name="connsiteX0" fmla="*/ 0 w 4713455"/>
              <a:gd name="connsiteY0" fmla="*/ 0 h 4904795"/>
              <a:gd name="connsiteX1" fmla="*/ 4713455 w 4713455"/>
              <a:gd name="connsiteY1" fmla="*/ 158 h 4904795"/>
              <a:gd name="connsiteX2" fmla="*/ 4088160 w 4713455"/>
              <a:gd name="connsiteY2" fmla="*/ 4903521 h 4904795"/>
              <a:gd name="connsiteX3" fmla="*/ 30853 w 4713455"/>
              <a:gd name="connsiteY3" fmla="*/ 4904795 h 4904795"/>
              <a:gd name="connsiteX4" fmla="*/ 0 w 4713455"/>
              <a:gd name="connsiteY4" fmla="*/ 0 h 4904795"/>
              <a:gd name="connsiteX0" fmla="*/ 0 w 4713455"/>
              <a:gd name="connsiteY0" fmla="*/ 0 h 4903531"/>
              <a:gd name="connsiteX1" fmla="*/ 4713455 w 4713455"/>
              <a:gd name="connsiteY1" fmla="*/ 158 h 4903531"/>
              <a:gd name="connsiteX2" fmla="*/ 4088160 w 4713455"/>
              <a:gd name="connsiteY2" fmla="*/ 4903521 h 4903531"/>
              <a:gd name="connsiteX3" fmla="*/ 17708 w 4713455"/>
              <a:gd name="connsiteY3" fmla="*/ 4900712 h 4903531"/>
              <a:gd name="connsiteX4" fmla="*/ 0 w 4713455"/>
              <a:gd name="connsiteY4" fmla="*/ 0 h 4903531"/>
              <a:gd name="connsiteX0" fmla="*/ 0 w 4700309"/>
              <a:gd name="connsiteY0" fmla="*/ 3980 h 4903429"/>
              <a:gd name="connsiteX1" fmla="*/ 4700309 w 4700309"/>
              <a:gd name="connsiteY1" fmla="*/ 56 h 4903429"/>
              <a:gd name="connsiteX2" fmla="*/ 4075014 w 4700309"/>
              <a:gd name="connsiteY2" fmla="*/ 4903419 h 4903429"/>
              <a:gd name="connsiteX3" fmla="*/ 4562 w 4700309"/>
              <a:gd name="connsiteY3" fmla="*/ 4900610 h 4903429"/>
              <a:gd name="connsiteX4" fmla="*/ 0 w 4700309"/>
              <a:gd name="connsiteY4" fmla="*/ 3980 h 4903429"/>
              <a:gd name="connsiteX0" fmla="*/ 0 w 4700309"/>
              <a:gd name="connsiteY0" fmla="*/ 3980 h 4909855"/>
              <a:gd name="connsiteX1" fmla="*/ 4700309 w 4700309"/>
              <a:gd name="connsiteY1" fmla="*/ 56 h 4909855"/>
              <a:gd name="connsiteX2" fmla="*/ 4075014 w 4700309"/>
              <a:gd name="connsiteY2" fmla="*/ 4903419 h 4909855"/>
              <a:gd name="connsiteX3" fmla="*/ 4562 w 4700309"/>
              <a:gd name="connsiteY3" fmla="*/ 4909855 h 4909855"/>
              <a:gd name="connsiteX4" fmla="*/ 0 w 4700309"/>
              <a:gd name="connsiteY4" fmla="*/ 3980 h 4909855"/>
              <a:gd name="connsiteX0" fmla="*/ 0 w 4700309"/>
              <a:gd name="connsiteY0" fmla="*/ 3980 h 4905233"/>
              <a:gd name="connsiteX1" fmla="*/ 4700309 w 4700309"/>
              <a:gd name="connsiteY1" fmla="*/ 56 h 4905233"/>
              <a:gd name="connsiteX2" fmla="*/ 4075014 w 4700309"/>
              <a:gd name="connsiteY2" fmla="*/ 4903419 h 4905233"/>
              <a:gd name="connsiteX3" fmla="*/ 4562 w 4700309"/>
              <a:gd name="connsiteY3" fmla="*/ 4905233 h 4905233"/>
              <a:gd name="connsiteX4" fmla="*/ 0 w 4700309"/>
              <a:gd name="connsiteY4" fmla="*/ 3980 h 4905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0309" h="4905233">
                <a:moveTo>
                  <a:pt x="0" y="3980"/>
                </a:moveTo>
                <a:lnTo>
                  <a:pt x="4700309" y="56"/>
                </a:lnTo>
                <a:cubicBezTo>
                  <a:pt x="4670424" y="-19058"/>
                  <a:pt x="4082772" y="4911647"/>
                  <a:pt x="4075014" y="4903419"/>
                </a:cubicBezTo>
                <a:lnTo>
                  <a:pt x="4562" y="4905233"/>
                </a:lnTo>
                <a:cubicBezTo>
                  <a:pt x="-1341" y="3271662"/>
                  <a:pt x="5903" y="1637551"/>
                  <a:pt x="0" y="398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 dirty="0" smtClean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1270153B-94A6-E744-8BC9-650BC793BEC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92104" y="1440000"/>
            <a:ext cx="3888432" cy="2942564"/>
          </a:xfrm>
        </p:spPr>
        <p:txBody>
          <a:bodyPr/>
          <a:lstStyle>
            <a:lvl1pPr marL="216000" indent="-216000">
              <a:defRPr/>
            </a:lvl1pPr>
            <a:lvl2pPr marL="432000" indent="-216000">
              <a:defRPr/>
            </a:lvl2pPr>
            <a:lvl3pPr marL="648000" indent="-216000">
              <a:defRPr/>
            </a:lvl3pPr>
            <a:lvl4pPr marL="864000" indent="-216000">
              <a:defRPr/>
            </a:lvl4pPr>
            <a:lvl5pPr marL="1080000" indent="-216000">
              <a:defRPr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1" name="Rubrik 5">
            <a:extLst>
              <a:ext uri="{FF2B5EF4-FFF2-40B4-BE49-F238E27FC236}">
                <a16:creationId xmlns:a16="http://schemas.microsoft.com/office/drawing/2014/main" id="{AF8162BA-40E2-2747-A300-C724B1637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0" y="504000"/>
            <a:ext cx="394335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1940237F-415D-8A4A-A323-2A6F89B818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5B7C8E92-9A0E-4A4D-B741-1F7B0C92B569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ED71D0D1-B86D-934A-874C-2931ECFEE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Platshållare för sidfot 5">
            <a:extLst>
              <a:ext uri="{FF2B5EF4-FFF2-40B4-BE49-F238E27FC236}">
                <a16:creationId xmlns:a16="http://schemas.microsoft.com/office/drawing/2014/main" id="{BBB6CB42-49B3-4742-91FC-E4579FE06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057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images (al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5112000" cy="2989462"/>
          </a:xfrm>
        </p:spPr>
        <p:txBody>
          <a:bodyPr/>
          <a:lstStyle>
            <a:lvl1pPr marL="216000" indent="-216000">
              <a:defRPr/>
            </a:lvl1pPr>
            <a:lvl2pPr marL="432000" indent="-216000">
              <a:defRPr/>
            </a:lvl2pPr>
            <a:lvl3pPr marL="648000" indent="-216000">
              <a:defRPr/>
            </a:lvl3pPr>
            <a:lvl4pPr marL="864000" indent="-216000">
              <a:defRPr/>
            </a:lvl4pPr>
            <a:lvl5pPr marL="1080000" indent="-216000">
              <a:defRPr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6151919" y="2912"/>
            <a:ext cx="2992081" cy="1394743"/>
          </a:xfrm>
          <a:custGeom>
            <a:avLst/>
            <a:gdLst>
              <a:gd name="connsiteX0" fmla="*/ 0 w 2992081"/>
              <a:gd name="connsiteY0" fmla="*/ 0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0 w 2992081"/>
              <a:gd name="connsiteY4" fmla="*/ 0 h 1656000"/>
              <a:gd name="connsiteX0" fmla="*/ 200025 w 2992081"/>
              <a:gd name="connsiteY0" fmla="*/ 0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200025 w 2992081"/>
              <a:gd name="connsiteY4" fmla="*/ 0 h 1656000"/>
              <a:gd name="connsiteX0" fmla="*/ 163739 w 2992081"/>
              <a:gd name="connsiteY0" fmla="*/ 261257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163739 w 2992081"/>
              <a:gd name="connsiteY4" fmla="*/ 261257 h 1656000"/>
              <a:gd name="connsiteX0" fmla="*/ 163739 w 2992081"/>
              <a:gd name="connsiteY0" fmla="*/ 0 h 1394743"/>
              <a:gd name="connsiteX1" fmla="*/ 2992081 w 2992081"/>
              <a:gd name="connsiteY1" fmla="*/ 0 h 1394743"/>
              <a:gd name="connsiteX2" fmla="*/ 2992081 w 2992081"/>
              <a:gd name="connsiteY2" fmla="*/ 1394743 h 1394743"/>
              <a:gd name="connsiteX3" fmla="*/ 0 w 2992081"/>
              <a:gd name="connsiteY3" fmla="*/ 1394743 h 1394743"/>
              <a:gd name="connsiteX4" fmla="*/ 163739 w 2992081"/>
              <a:gd name="connsiteY4" fmla="*/ 0 h 1394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2081" h="1394743">
                <a:moveTo>
                  <a:pt x="163739" y="0"/>
                </a:moveTo>
                <a:lnTo>
                  <a:pt x="2992081" y="0"/>
                </a:lnTo>
                <a:lnTo>
                  <a:pt x="2992081" y="1394743"/>
                </a:lnTo>
                <a:lnTo>
                  <a:pt x="0" y="1394743"/>
                </a:lnTo>
                <a:lnTo>
                  <a:pt x="163739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 dirty="0" smtClean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7" name="Platshållare för bild 7"/>
          <p:cNvSpPr>
            <a:spLocks noGrp="1"/>
          </p:cNvSpPr>
          <p:nvPr>
            <p:ph type="pic" sz="quarter" idx="22" hasCustomPrompt="1"/>
          </p:nvPr>
        </p:nvSpPr>
        <p:spPr>
          <a:xfrm>
            <a:off x="5923736" y="1473004"/>
            <a:ext cx="3220266" cy="1656000"/>
          </a:xfrm>
          <a:custGeom>
            <a:avLst/>
            <a:gdLst>
              <a:gd name="connsiteX0" fmla="*/ 0 w 2992081"/>
              <a:gd name="connsiteY0" fmla="*/ 0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0 w 2992081"/>
              <a:gd name="connsiteY4" fmla="*/ 0 h 1656000"/>
              <a:gd name="connsiteX0" fmla="*/ 221456 w 3213537"/>
              <a:gd name="connsiteY0" fmla="*/ 0 h 1670288"/>
              <a:gd name="connsiteX1" fmla="*/ 3213537 w 3213537"/>
              <a:gd name="connsiteY1" fmla="*/ 0 h 1670288"/>
              <a:gd name="connsiteX2" fmla="*/ 3213537 w 3213537"/>
              <a:gd name="connsiteY2" fmla="*/ 1656000 h 1670288"/>
              <a:gd name="connsiteX3" fmla="*/ 0 w 3213537"/>
              <a:gd name="connsiteY3" fmla="*/ 1670288 h 1670288"/>
              <a:gd name="connsiteX4" fmla="*/ 221456 w 3213537"/>
              <a:gd name="connsiteY4" fmla="*/ 0 h 1670288"/>
              <a:gd name="connsiteX0" fmla="*/ 221456 w 3213537"/>
              <a:gd name="connsiteY0" fmla="*/ 0 h 1663145"/>
              <a:gd name="connsiteX1" fmla="*/ 3213537 w 3213537"/>
              <a:gd name="connsiteY1" fmla="*/ 0 h 1663145"/>
              <a:gd name="connsiteX2" fmla="*/ 3213537 w 3213537"/>
              <a:gd name="connsiteY2" fmla="*/ 1656000 h 1663145"/>
              <a:gd name="connsiteX3" fmla="*/ 0 w 3213537"/>
              <a:gd name="connsiteY3" fmla="*/ 1663145 h 1663145"/>
              <a:gd name="connsiteX4" fmla="*/ 221456 w 3213537"/>
              <a:gd name="connsiteY4" fmla="*/ 0 h 1663145"/>
              <a:gd name="connsiteX0" fmla="*/ 214312 w 3206393"/>
              <a:gd name="connsiteY0" fmla="*/ 0 h 1656000"/>
              <a:gd name="connsiteX1" fmla="*/ 3206393 w 3206393"/>
              <a:gd name="connsiteY1" fmla="*/ 0 h 1656000"/>
              <a:gd name="connsiteX2" fmla="*/ 3206393 w 3206393"/>
              <a:gd name="connsiteY2" fmla="*/ 1656000 h 1656000"/>
              <a:gd name="connsiteX3" fmla="*/ 0 w 3206393"/>
              <a:gd name="connsiteY3" fmla="*/ 1641714 h 1656000"/>
              <a:gd name="connsiteX4" fmla="*/ 214312 w 3206393"/>
              <a:gd name="connsiteY4" fmla="*/ 0 h 1656000"/>
              <a:gd name="connsiteX0" fmla="*/ 214312 w 3206393"/>
              <a:gd name="connsiteY0" fmla="*/ 0 h 1656000"/>
              <a:gd name="connsiteX1" fmla="*/ 3206393 w 3206393"/>
              <a:gd name="connsiteY1" fmla="*/ 0 h 1656000"/>
              <a:gd name="connsiteX2" fmla="*/ 3206393 w 3206393"/>
              <a:gd name="connsiteY2" fmla="*/ 1656000 h 1656000"/>
              <a:gd name="connsiteX3" fmla="*/ 0 w 3206393"/>
              <a:gd name="connsiteY3" fmla="*/ 1648858 h 1656000"/>
              <a:gd name="connsiteX4" fmla="*/ 214312 w 3206393"/>
              <a:gd name="connsiteY4" fmla="*/ 0 h 1656000"/>
              <a:gd name="connsiteX0" fmla="*/ 235743 w 3227824"/>
              <a:gd name="connsiteY0" fmla="*/ 0 h 1663145"/>
              <a:gd name="connsiteX1" fmla="*/ 3227824 w 3227824"/>
              <a:gd name="connsiteY1" fmla="*/ 0 h 1663145"/>
              <a:gd name="connsiteX2" fmla="*/ 3227824 w 3227824"/>
              <a:gd name="connsiteY2" fmla="*/ 1656000 h 1663145"/>
              <a:gd name="connsiteX3" fmla="*/ 0 w 3227824"/>
              <a:gd name="connsiteY3" fmla="*/ 1663145 h 1663145"/>
              <a:gd name="connsiteX4" fmla="*/ 235743 w 3227824"/>
              <a:gd name="connsiteY4" fmla="*/ 0 h 1663145"/>
              <a:gd name="connsiteX0" fmla="*/ 224408 w 3227824"/>
              <a:gd name="connsiteY0" fmla="*/ 0 h 1663145"/>
              <a:gd name="connsiteX1" fmla="*/ 3227824 w 3227824"/>
              <a:gd name="connsiteY1" fmla="*/ 0 h 1663145"/>
              <a:gd name="connsiteX2" fmla="*/ 3227824 w 3227824"/>
              <a:gd name="connsiteY2" fmla="*/ 1656000 h 1663145"/>
              <a:gd name="connsiteX3" fmla="*/ 0 w 3227824"/>
              <a:gd name="connsiteY3" fmla="*/ 1663145 h 1663145"/>
              <a:gd name="connsiteX4" fmla="*/ 224408 w 3227824"/>
              <a:gd name="connsiteY4" fmla="*/ 0 h 1663145"/>
              <a:gd name="connsiteX0" fmla="*/ 216851 w 3220267"/>
              <a:gd name="connsiteY0" fmla="*/ 0 h 1659366"/>
              <a:gd name="connsiteX1" fmla="*/ 3220267 w 3220267"/>
              <a:gd name="connsiteY1" fmla="*/ 0 h 1659366"/>
              <a:gd name="connsiteX2" fmla="*/ 3220267 w 3220267"/>
              <a:gd name="connsiteY2" fmla="*/ 1656000 h 1659366"/>
              <a:gd name="connsiteX3" fmla="*/ 0 w 3220267"/>
              <a:gd name="connsiteY3" fmla="*/ 1659366 h 1659366"/>
              <a:gd name="connsiteX4" fmla="*/ 216851 w 3220267"/>
              <a:gd name="connsiteY4" fmla="*/ 0 h 1659366"/>
              <a:gd name="connsiteX0" fmla="*/ 216851 w 3220267"/>
              <a:gd name="connsiteY0" fmla="*/ 0 h 1656000"/>
              <a:gd name="connsiteX1" fmla="*/ 3220267 w 3220267"/>
              <a:gd name="connsiteY1" fmla="*/ 0 h 1656000"/>
              <a:gd name="connsiteX2" fmla="*/ 3220267 w 3220267"/>
              <a:gd name="connsiteY2" fmla="*/ 1656000 h 1656000"/>
              <a:gd name="connsiteX3" fmla="*/ 0 w 3220267"/>
              <a:gd name="connsiteY3" fmla="*/ 1648031 h 1656000"/>
              <a:gd name="connsiteX4" fmla="*/ 216851 w 3220267"/>
              <a:gd name="connsiteY4" fmla="*/ 0 h 1656000"/>
              <a:gd name="connsiteX0" fmla="*/ 247079 w 3250495"/>
              <a:gd name="connsiteY0" fmla="*/ 0 h 1742493"/>
              <a:gd name="connsiteX1" fmla="*/ 3250495 w 3250495"/>
              <a:gd name="connsiteY1" fmla="*/ 0 h 1742493"/>
              <a:gd name="connsiteX2" fmla="*/ 3250495 w 3250495"/>
              <a:gd name="connsiteY2" fmla="*/ 1656000 h 1742493"/>
              <a:gd name="connsiteX3" fmla="*/ 0 w 3250495"/>
              <a:gd name="connsiteY3" fmla="*/ 1742493 h 1742493"/>
              <a:gd name="connsiteX4" fmla="*/ 247079 w 3250495"/>
              <a:gd name="connsiteY4" fmla="*/ 0 h 1742493"/>
              <a:gd name="connsiteX0" fmla="*/ 213072 w 3216488"/>
              <a:gd name="connsiteY0" fmla="*/ 0 h 1656000"/>
              <a:gd name="connsiteX1" fmla="*/ 3216488 w 3216488"/>
              <a:gd name="connsiteY1" fmla="*/ 0 h 1656000"/>
              <a:gd name="connsiteX2" fmla="*/ 3216488 w 3216488"/>
              <a:gd name="connsiteY2" fmla="*/ 1656000 h 1656000"/>
              <a:gd name="connsiteX3" fmla="*/ 0 w 3216488"/>
              <a:gd name="connsiteY3" fmla="*/ 1636695 h 1656000"/>
              <a:gd name="connsiteX4" fmla="*/ 213072 w 3216488"/>
              <a:gd name="connsiteY4" fmla="*/ 0 h 1656000"/>
              <a:gd name="connsiteX0" fmla="*/ 216850 w 3220266"/>
              <a:gd name="connsiteY0" fmla="*/ 0 h 1656000"/>
              <a:gd name="connsiteX1" fmla="*/ 3220266 w 3220266"/>
              <a:gd name="connsiteY1" fmla="*/ 0 h 1656000"/>
              <a:gd name="connsiteX2" fmla="*/ 3220266 w 3220266"/>
              <a:gd name="connsiteY2" fmla="*/ 1656000 h 1656000"/>
              <a:gd name="connsiteX3" fmla="*/ 0 w 3220266"/>
              <a:gd name="connsiteY3" fmla="*/ 1655587 h 1656000"/>
              <a:gd name="connsiteX4" fmla="*/ 216850 w 3220266"/>
              <a:gd name="connsiteY4" fmla="*/ 0 h 16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0266" h="1656000">
                <a:moveTo>
                  <a:pt x="216850" y="0"/>
                </a:moveTo>
                <a:lnTo>
                  <a:pt x="3220266" y="0"/>
                </a:lnTo>
                <a:lnTo>
                  <a:pt x="3220266" y="1656000"/>
                </a:lnTo>
                <a:lnTo>
                  <a:pt x="0" y="1655587"/>
                </a:lnTo>
                <a:lnTo>
                  <a:pt x="21685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0" name="Platshållare för bild 7">
            <a:extLst>
              <a:ext uri="{FF2B5EF4-FFF2-40B4-BE49-F238E27FC236}">
                <a16:creationId xmlns:a16="http://schemas.microsoft.com/office/drawing/2014/main" id="{75A4FAA9-F64E-D542-B83E-45FB509AE0C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80303" y="3218400"/>
            <a:ext cx="3464172" cy="1660033"/>
          </a:xfrm>
          <a:custGeom>
            <a:avLst/>
            <a:gdLst>
              <a:gd name="connsiteX0" fmla="*/ 0 w 2992081"/>
              <a:gd name="connsiteY0" fmla="*/ 0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0 w 2992081"/>
              <a:gd name="connsiteY4" fmla="*/ 0 h 1656000"/>
              <a:gd name="connsiteX0" fmla="*/ 471488 w 3463569"/>
              <a:gd name="connsiteY0" fmla="*/ 0 h 1670287"/>
              <a:gd name="connsiteX1" fmla="*/ 3463569 w 3463569"/>
              <a:gd name="connsiteY1" fmla="*/ 0 h 1670287"/>
              <a:gd name="connsiteX2" fmla="*/ 3463569 w 3463569"/>
              <a:gd name="connsiteY2" fmla="*/ 1656000 h 1670287"/>
              <a:gd name="connsiteX3" fmla="*/ 0 w 3463569"/>
              <a:gd name="connsiteY3" fmla="*/ 1670287 h 1670287"/>
              <a:gd name="connsiteX4" fmla="*/ 471488 w 3463569"/>
              <a:gd name="connsiteY4" fmla="*/ 0 h 1670287"/>
              <a:gd name="connsiteX0" fmla="*/ 228601 w 3463569"/>
              <a:gd name="connsiteY0" fmla="*/ 0 h 1677431"/>
              <a:gd name="connsiteX1" fmla="*/ 3463569 w 3463569"/>
              <a:gd name="connsiteY1" fmla="*/ 7144 h 1677431"/>
              <a:gd name="connsiteX2" fmla="*/ 3463569 w 3463569"/>
              <a:gd name="connsiteY2" fmla="*/ 1663144 h 1677431"/>
              <a:gd name="connsiteX3" fmla="*/ 0 w 3463569"/>
              <a:gd name="connsiteY3" fmla="*/ 1677431 h 1677431"/>
              <a:gd name="connsiteX4" fmla="*/ 228601 w 3463569"/>
              <a:gd name="connsiteY4" fmla="*/ 0 h 1677431"/>
              <a:gd name="connsiteX0" fmla="*/ 235745 w 3463569"/>
              <a:gd name="connsiteY0" fmla="*/ 7144 h 1670287"/>
              <a:gd name="connsiteX1" fmla="*/ 3463569 w 3463569"/>
              <a:gd name="connsiteY1" fmla="*/ 0 h 1670287"/>
              <a:gd name="connsiteX2" fmla="*/ 3463569 w 3463569"/>
              <a:gd name="connsiteY2" fmla="*/ 1656000 h 1670287"/>
              <a:gd name="connsiteX3" fmla="*/ 0 w 3463569"/>
              <a:gd name="connsiteY3" fmla="*/ 1670287 h 1670287"/>
              <a:gd name="connsiteX4" fmla="*/ 235745 w 3463569"/>
              <a:gd name="connsiteY4" fmla="*/ 7144 h 1670287"/>
              <a:gd name="connsiteX0" fmla="*/ 224410 w 3463569"/>
              <a:gd name="connsiteY0" fmla="*/ 0 h 1670700"/>
              <a:gd name="connsiteX1" fmla="*/ 3463569 w 3463569"/>
              <a:gd name="connsiteY1" fmla="*/ 413 h 1670700"/>
              <a:gd name="connsiteX2" fmla="*/ 3463569 w 3463569"/>
              <a:gd name="connsiteY2" fmla="*/ 1656413 h 1670700"/>
              <a:gd name="connsiteX3" fmla="*/ 0 w 3463569"/>
              <a:gd name="connsiteY3" fmla="*/ 1670700 h 1670700"/>
              <a:gd name="connsiteX4" fmla="*/ 224410 w 3463569"/>
              <a:gd name="connsiteY4" fmla="*/ 0 h 1670700"/>
              <a:gd name="connsiteX0" fmla="*/ 220632 w 3459791"/>
              <a:gd name="connsiteY0" fmla="*/ 0 h 1663143"/>
              <a:gd name="connsiteX1" fmla="*/ 3459791 w 3459791"/>
              <a:gd name="connsiteY1" fmla="*/ 413 h 1663143"/>
              <a:gd name="connsiteX2" fmla="*/ 3459791 w 3459791"/>
              <a:gd name="connsiteY2" fmla="*/ 1656413 h 1663143"/>
              <a:gd name="connsiteX3" fmla="*/ 0 w 3459791"/>
              <a:gd name="connsiteY3" fmla="*/ 1663143 h 1663143"/>
              <a:gd name="connsiteX4" fmla="*/ 220632 w 3459791"/>
              <a:gd name="connsiteY4" fmla="*/ 0 h 1663143"/>
              <a:gd name="connsiteX0" fmla="*/ 220632 w 3459791"/>
              <a:gd name="connsiteY0" fmla="*/ 0 h 1659364"/>
              <a:gd name="connsiteX1" fmla="*/ 3459791 w 3459791"/>
              <a:gd name="connsiteY1" fmla="*/ 413 h 1659364"/>
              <a:gd name="connsiteX2" fmla="*/ 3459791 w 3459791"/>
              <a:gd name="connsiteY2" fmla="*/ 1656413 h 1659364"/>
              <a:gd name="connsiteX3" fmla="*/ 0 w 3459791"/>
              <a:gd name="connsiteY3" fmla="*/ 1659364 h 1659364"/>
              <a:gd name="connsiteX4" fmla="*/ 220632 w 3459791"/>
              <a:gd name="connsiteY4" fmla="*/ 0 h 1659364"/>
              <a:gd name="connsiteX0" fmla="*/ 215716 w 3454875"/>
              <a:gd name="connsiteY0" fmla="*/ 0 h 1656413"/>
              <a:gd name="connsiteX1" fmla="*/ 3454875 w 3454875"/>
              <a:gd name="connsiteY1" fmla="*/ 413 h 1656413"/>
              <a:gd name="connsiteX2" fmla="*/ 3454875 w 3454875"/>
              <a:gd name="connsiteY2" fmla="*/ 1656413 h 1656413"/>
              <a:gd name="connsiteX3" fmla="*/ 0 w 3454875"/>
              <a:gd name="connsiteY3" fmla="*/ 1654447 h 1656413"/>
              <a:gd name="connsiteX4" fmla="*/ 215716 w 3454875"/>
              <a:gd name="connsiteY4" fmla="*/ 0 h 1656413"/>
              <a:gd name="connsiteX0" fmla="*/ 215716 w 3454875"/>
              <a:gd name="connsiteY0" fmla="*/ 0 h 1656413"/>
              <a:gd name="connsiteX1" fmla="*/ 3454875 w 3454875"/>
              <a:gd name="connsiteY1" fmla="*/ 413 h 1656413"/>
              <a:gd name="connsiteX2" fmla="*/ 3454875 w 3454875"/>
              <a:gd name="connsiteY2" fmla="*/ 1656413 h 1656413"/>
              <a:gd name="connsiteX3" fmla="*/ 0 w 3454875"/>
              <a:gd name="connsiteY3" fmla="*/ 1654447 h 1656413"/>
              <a:gd name="connsiteX4" fmla="*/ 215716 w 3454875"/>
              <a:gd name="connsiteY4" fmla="*/ 0 h 1656413"/>
              <a:gd name="connsiteX0" fmla="*/ 220632 w 3459791"/>
              <a:gd name="connsiteY0" fmla="*/ 0 h 1674117"/>
              <a:gd name="connsiteX1" fmla="*/ 3459791 w 3459791"/>
              <a:gd name="connsiteY1" fmla="*/ 413 h 1674117"/>
              <a:gd name="connsiteX2" fmla="*/ 3459791 w 3459791"/>
              <a:gd name="connsiteY2" fmla="*/ 1656413 h 1674117"/>
              <a:gd name="connsiteX3" fmla="*/ 0 w 3459791"/>
              <a:gd name="connsiteY3" fmla="*/ 1674117 h 1674117"/>
              <a:gd name="connsiteX4" fmla="*/ 220632 w 3459791"/>
              <a:gd name="connsiteY4" fmla="*/ 0 h 1674117"/>
              <a:gd name="connsiteX0" fmla="*/ 220632 w 3459791"/>
              <a:gd name="connsiteY0" fmla="*/ 0 h 1674117"/>
              <a:gd name="connsiteX1" fmla="*/ 3459791 w 3459791"/>
              <a:gd name="connsiteY1" fmla="*/ 413 h 1674117"/>
              <a:gd name="connsiteX2" fmla="*/ 3454875 w 3459791"/>
              <a:gd name="connsiteY2" fmla="*/ 1671164 h 1674117"/>
              <a:gd name="connsiteX3" fmla="*/ 0 w 3459791"/>
              <a:gd name="connsiteY3" fmla="*/ 1674117 h 1674117"/>
              <a:gd name="connsiteX4" fmla="*/ 220632 w 3459791"/>
              <a:gd name="connsiteY4" fmla="*/ 0 h 1674117"/>
              <a:gd name="connsiteX0" fmla="*/ 220632 w 3460264"/>
              <a:gd name="connsiteY0" fmla="*/ 0 h 1676081"/>
              <a:gd name="connsiteX1" fmla="*/ 3459791 w 3460264"/>
              <a:gd name="connsiteY1" fmla="*/ 413 h 1676081"/>
              <a:gd name="connsiteX2" fmla="*/ 3459791 w 3460264"/>
              <a:gd name="connsiteY2" fmla="*/ 1676081 h 1676081"/>
              <a:gd name="connsiteX3" fmla="*/ 0 w 3460264"/>
              <a:gd name="connsiteY3" fmla="*/ 1674117 h 1676081"/>
              <a:gd name="connsiteX4" fmla="*/ 220632 w 3460264"/>
              <a:gd name="connsiteY4" fmla="*/ 0 h 1676081"/>
              <a:gd name="connsiteX0" fmla="*/ 216724 w 3456356"/>
              <a:gd name="connsiteY0" fmla="*/ 0 h 1676081"/>
              <a:gd name="connsiteX1" fmla="*/ 3455883 w 3456356"/>
              <a:gd name="connsiteY1" fmla="*/ 413 h 1676081"/>
              <a:gd name="connsiteX2" fmla="*/ 3455883 w 3456356"/>
              <a:gd name="connsiteY2" fmla="*/ 1676081 h 1676081"/>
              <a:gd name="connsiteX3" fmla="*/ 0 w 3456356"/>
              <a:gd name="connsiteY3" fmla="*/ 1662392 h 1676081"/>
              <a:gd name="connsiteX4" fmla="*/ 216724 w 3456356"/>
              <a:gd name="connsiteY4" fmla="*/ 0 h 1676081"/>
              <a:gd name="connsiteX0" fmla="*/ 220631 w 3460263"/>
              <a:gd name="connsiteY0" fmla="*/ 0 h 1676081"/>
              <a:gd name="connsiteX1" fmla="*/ 3459790 w 3460263"/>
              <a:gd name="connsiteY1" fmla="*/ 413 h 1676081"/>
              <a:gd name="connsiteX2" fmla="*/ 3459790 w 3460263"/>
              <a:gd name="connsiteY2" fmla="*/ 1676081 h 1676081"/>
              <a:gd name="connsiteX3" fmla="*/ 0 w 3460263"/>
              <a:gd name="connsiteY3" fmla="*/ 1674118 h 1676081"/>
              <a:gd name="connsiteX4" fmla="*/ 220631 w 3460263"/>
              <a:gd name="connsiteY4" fmla="*/ 0 h 1676081"/>
              <a:gd name="connsiteX0" fmla="*/ 224539 w 3464171"/>
              <a:gd name="connsiteY0" fmla="*/ 0 h 1676081"/>
              <a:gd name="connsiteX1" fmla="*/ 3463698 w 3464171"/>
              <a:gd name="connsiteY1" fmla="*/ 413 h 1676081"/>
              <a:gd name="connsiteX2" fmla="*/ 3463698 w 3464171"/>
              <a:gd name="connsiteY2" fmla="*/ 1676081 h 1676081"/>
              <a:gd name="connsiteX3" fmla="*/ 0 w 3464171"/>
              <a:gd name="connsiteY3" fmla="*/ 1658484 h 1676081"/>
              <a:gd name="connsiteX4" fmla="*/ 224539 w 3464171"/>
              <a:gd name="connsiteY4" fmla="*/ 0 h 1676081"/>
              <a:gd name="connsiteX0" fmla="*/ 224539 w 3463698"/>
              <a:gd name="connsiteY0" fmla="*/ 0 h 1664355"/>
              <a:gd name="connsiteX1" fmla="*/ 3463698 w 3463698"/>
              <a:gd name="connsiteY1" fmla="*/ 413 h 1664355"/>
              <a:gd name="connsiteX2" fmla="*/ 3459791 w 3463698"/>
              <a:gd name="connsiteY2" fmla="*/ 1664355 h 1664355"/>
              <a:gd name="connsiteX3" fmla="*/ 0 w 3463698"/>
              <a:gd name="connsiteY3" fmla="*/ 1658484 h 1664355"/>
              <a:gd name="connsiteX4" fmla="*/ 224539 w 3463698"/>
              <a:gd name="connsiteY4" fmla="*/ 0 h 1664355"/>
              <a:gd name="connsiteX0" fmla="*/ 224539 w 3464172"/>
              <a:gd name="connsiteY0" fmla="*/ 0 h 1658484"/>
              <a:gd name="connsiteX1" fmla="*/ 3463698 w 3464172"/>
              <a:gd name="connsiteY1" fmla="*/ 413 h 1658484"/>
              <a:gd name="connsiteX2" fmla="*/ 3463699 w 3464172"/>
              <a:gd name="connsiteY2" fmla="*/ 1648721 h 1658484"/>
              <a:gd name="connsiteX3" fmla="*/ 0 w 3464172"/>
              <a:gd name="connsiteY3" fmla="*/ 1658484 h 1658484"/>
              <a:gd name="connsiteX4" fmla="*/ 224539 w 3464172"/>
              <a:gd name="connsiteY4" fmla="*/ 0 h 1658484"/>
              <a:gd name="connsiteX0" fmla="*/ 224539 w 3464172"/>
              <a:gd name="connsiteY0" fmla="*/ 0 h 1660446"/>
              <a:gd name="connsiteX1" fmla="*/ 3463698 w 3464172"/>
              <a:gd name="connsiteY1" fmla="*/ 413 h 1660446"/>
              <a:gd name="connsiteX2" fmla="*/ 3463699 w 3464172"/>
              <a:gd name="connsiteY2" fmla="*/ 1660446 h 1660446"/>
              <a:gd name="connsiteX3" fmla="*/ 0 w 3464172"/>
              <a:gd name="connsiteY3" fmla="*/ 1658484 h 1660446"/>
              <a:gd name="connsiteX4" fmla="*/ 224539 w 3464172"/>
              <a:gd name="connsiteY4" fmla="*/ 0 h 1660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4172" h="1660446">
                <a:moveTo>
                  <a:pt x="224539" y="0"/>
                </a:moveTo>
                <a:lnTo>
                  <a:pt x="3463698" y="413"/>
                </a:lnTo>
                <a:cubicBezTo>
                  <a:pt x="3462059" y="557330"/>
                  <a:pt x="3465338" y="1103529"/>
                  <a:pt x="3463699" y="1660446"/>
                </a:cubicBezTo>
                <a:lnTo>
                  <a:pt x="0" y="1658484"/>
                </a:lnTo>
                <a:lnTo>
                  <a:pt x="224539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2" name="Rubrik 5">
            <a:extLst>
              <a:ext uri="{FF2B5EF4-FFF2-40B4-BE49-F238E27FC236}">
                <a16:creationId xmlns:a16="http://schemas.microsoft.com/office/drawing/2014/main" id="{D98FC7C0-00F4-724B-B760-FC9D04741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511200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B1C60901-6D42-9640-A711-EA419A9A8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AF504B-2C10-A549-B43C-714D8B26DEAC}" type="datetime1">
              <a:rPr lang="sv-SE" smtClean="0"/>
              <a:t>2026-05-08</a:t>
            </a:fld>
            <a:endParaRPr lang="sv-SE"/>
          </a:p>
        </p:txBody>
      </p:sp>
      <p:sp>
        <p:nvSpPr>
          <p:cNvPr id="14" name="Platshållare för bildnummer 2">
            <a:extLst>
              <a:ext uri="{FF2B5EF4-FFF2-40B4-BE49-F238E27FC236}">
                <a16:creationId xmlns:a16="http://schemas.microsoft.com/office/drawing/2014/main" id="{0BFC6008-9DCB-2A4A-9056-71B4B567E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3" name="Platshållare för sidfot 5">
            <a:extLst>
              <a:ext uri="{FF2B5EF4-FFF2-40B4-BE49-F238E27FC236}">
                <a16:creationId xmlns:a16="http://schemas.microsoft.com/office/drawing/2014/main" id="{71469012-65E3-8244-8B01-B3FA98DDA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0375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 (alt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5112000" cy="2989462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4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5654769" y="-278219"/>
            <a:ext cx="3489231" cy="2527200"/>
          </a:xfrm>
          <a:custGeom>
            <a:avLst/>
            <a:gdLst>
              <a:gd name="connsiteX0" fmla="*/ 0 w 2992081"/>
              <a:gd name="connsiteY0" fmla="*/ 0 h 2527200"/>
              <a:gd name="connsiteX1" fmla="*/ 2992081 w 2992081"/>
              <a:gd name="connsiteY1" fmla="*/ 0 h 2527200"/>
              <a:gd name="connsiteX2" fmla="*/ 2992081 w 2992081"/>
              <a:gd name="connsiteY2" fmla="*/ 2527200 h 2527200"/>
              <a:gd name="connsiteX3" fmla="*/ 0 w 2992081"/>
              <a:gd name="connsiteY3" fmla="*/ 2527200 h 2527200"/>
              <a:gd name="connsiteX4" fmla="*/ 0 w 2992081"/>
              <a:gd name="connsiteY4" fmla="*/ 0 h 2527200"/>
              <a:gd name="connsiteX0" fmla="*/ 0 w 3489231"/>
              <a:gd name="connsiteY0" fmla="*/ 0 h 2527200"/>
              <a:gd name="connsiteX1" fmla="*/ 3489231 w 3489231"/>
              <a:gd name="connsiteY1" fmla="*/ 0 h 2527200"/>
              <a:gd name="connsiteX2" fmla="*/ 3489231 w 3489231"/>
              <a:gd name="connsiteY2" fmla="*/ 2527200 h 2527200"/>
              <a:gd name="connsiteX3" fmla="*/ 497150 w 3489231"/>
              <a:gd name="connsiteY3" fmla="*/ 2527200 h 2527200"/>
              <a:gd name="connsiteX4" fmla="*/ 0 w 3489231"/>
              <a:gd name="connsiteY4" fmla="*/ 0 h 2527200"/>
              <a:gd name="connsiteX0" fmla="*/ 0 w 3489231"/>
              <a:gd name="connsiteY0" fmla="*/ 0 h 2532366"/>
              <a:gd name="connsiteX1" fmla="*/ 3489231 w 3489231"/>
              <a:gd name="connsiteY1" fmla="*/ 0 h 2532366"/>
              <a:gd name="connsiteX2" fmla="*/ 3489231 w 3489231"/>
              <a:gd name="connsiteY2" fmla="*/ 2527200 h 2532366"/>
              <a:gd name="connsiteX3" fmla="*/ 352499 w 3489231"/>
              <a:gd name="connsiteY3" fmla="*/ 2532366 h 2532366"/>
              <a:gd name="connsiteX4" fmla="*/ 0 w 3489231"/>
              <a:gd name="connsiteY4" fmla="*/ 0 h 2532366"/>
              <a:gd name="connsiteX0" fmla="*/ 0 w 3489231"/>
              <a:gd name="connsiteY0" fmla="*/ 0 h 2527200"/>
              <a:gd name="connsiteX1" fmla="*/ 3489231 w 3489231"/>
              <a:gd name="connsiteY1" fmla="*/ 0 h 2527200"/>
              <a:gd name="connsiteX2" fmla="*/ 3489231 w 3489231"/>
              <a:gd name="connsiteY2" fmla="*/ 2527200 h 2527200"/>
              <a:gd name="connsiteX3" fmla="*/ 331835 w 3489231"/>
              <a:gd name="connsiteY3" fmla="*/ 2465206 h 2527200"/>
              <a:gd name="connsiteX4" fmla="*/ 0 w 3489231"/>
              <a:gd name="connsiteY4" fmla="*/ 0 h 2527200"/>
              <a:gd name="connsiteX0" fmla="*/ 0 w 3489231"/>
              <a:gd name="connsiteY0" fmla="*/ 0 h 2532366"/>
              <a:gd name="connsiteX1" fmla="*/ 3489231 w 3489231"/>
              <a:gd name="connsiteY1" fmla="*/ 0 h 2532366"/>
              <a:gd name="connsiteX2" fmla="*/ 3489231 w 3489231"/>
              <a:gd name="connsiteY2" fmla="*/ 2527200 h 2532366"/>
              <a:gd name="connsiteX3" fmla="*/ 347333 w 3489231"/>
              <a:gd name="connsiteY3" fmla="*/ 2532366 h 2532366"/>
              <a:gd name="connsiteX4" fmla="*/ 0 w 3489231"/>
              <a:gd name="connsiteY4" fmla="*/ 0 h 2532366"/>
              <a:gd name="connsiteX0" fmla="*/ 0 w 3489231"/>
              <a:gd name="connsiteY0" fmla="*/ 0 h 2527200"/>
              <a:gd name="connsiteX1" fmla="*/ 3489231 w 3489231"/>
              <a:gd name="connsiteY1" fmla="*/ 0 h 2527200"/>
              <a:gd name="connsiteX2" fmla="*/ 3489231 w 3489231"/>
              <a:gd name="connsiteY2" fmla="*/ 2527200 h 2527200"/>
              <a:gd name="connsiteX3" fmla="*/ 347333 w 3489231"/>
              <a:gd name="connsiteY3" fmla="*/ 2522033 h 2527200"/>
              <a:gd name="connsiteX4" fmla="*/ 0 w 3489231"/>
              <a:gd name="connsiteY4" fmla="*/ 0 h 252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9231" h="2527200">
                <a:moveTo>
                  <a:pt x="0" y="0"/>
                </a:moveTo>
                <a:lnTo>
                  <a:pt x="3489231" y="0"/>
                </a:lnTo>
                <a:lnTo>
                  <a:pt x="3489231" y="2527200"/>
                </a:lnTo>
                <a:lnTo>
                  <a:pt x="347333" y="252203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Platshållare för bild 7">
            <a:extLst>
              <a:ext uri="{FF2B5EF4-FFF2-40B4-BE49-F238E27FC236}">
                <a16:creationId xmlns:a16="http://schemas.microsoft.com/office/drawing/2014/main" id="{C6E7842F-5E6D-0D4E-95D1-DF406180B4C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22766" y="2352973"/>
            <a:ext cx="3128242" cy="2525223"/>
          </a:xfrm>
          <a:custGeom>
            <a:avLst/>
            <a:gdLst>
              <a:gd name="connsiteX0" fmla="*/ 0 w 2992081"/>
              <a:gd name="connsiteY0" fmla="*/ 0 h 2527200"/>
              <a:gd name="connsiteX1" fmla="*/ 2992081 w 2992081"/>
              <a:gd name="connsiteY1" fmla="*/ 0 h 2527200"/>
              <a:gd name="connsiteX2" fmla="*/ 2992081 w 2992081"/>
              <a:gd name="connsiteY2" fmla="*/ 2527200 h 2527200"/>
              <a:gd name="connsiteX3" fmla="*/ 0 w 2992081"/>
              <a:gd name="connsiteY3" fmla="*/ 2527200 h 2527200"/>
              <a:gd name="connsiteX4" fmla="*/ 0 w 2992081"/>
              <a:gd name="connsiteY4" fmla="*/ 0 h 2527200"/>
              <a:gd name="connsiteX0" fmla="*/ 0 w 3121234"/>
              <a:gd name="connsiteY0" fmla="*/ 0 h 2527200"/>
              <a:gd name="connsiteX1" fmla="*/ 3121234 w 3121234"/>
              <a:gd name="connsiteY1" fmla="*/ 0 h 2527200"/>
              <a:gd name="connsiteX2" fmla="*/ 3121234 w 3121234"/>
              <a:gd name="connsiteY2" fmla="*/ 2527200 h 2527200"/>
              <a:gd name="connsiteX3" fmla="*/ 129153 w 3121234"/>
              <a:gd name="connsiteY3" fmla="*/ 2527200 h 2527200"/>
              <a:gd name="connsiteX4" fmla="*/ 0 w 3121234"/>
              <a:gd name="connsiteY4" fmla="*/ 0 h 2527200"/>
              <a:gd name="connsiteX0" fmla="*/ 0 w 3121234"/>
              <a:gd name="connsiteY0" fmla="*/ 0 h 2527200"/>
              <a:gd name="connsiteX1" fmla="*/ 3121234 w 3121234"/>
              <a:gd name="connsiteY1" fmla="*/ 0 h 2527200"/>
              <a:gd name="connsiteX2" fmla="*/ 3121234 w 3121234"/>
              <a:gd name="connsiteY2" fmla="*/ 2527200 h 2527200"/>
              <a:gd name="connsiteX3" fmla="*/ 361628 w 3121234"/>
              <a:gd name="connsiteY3" fmla="*/ 2527200 h 2527200"/>
              <a:gd name="connsiteX4" fmla="*/ 0 w 3121234"/>
              <a:gd name="connsiteY4" fmla="*/ 0 h 2527200"/>
              <a:gd name="connsiteX0" fmla="*/ 0 w 3121234"/>
              <a:gd name="connsiteY0" fmla="*/ 0 h 2527200"/>
              <a:gd name="connsiteX1" fmla="*/ 3121234 w 3121234"/>
              <a:gd name="connsiteY1" fmla="*/ 0 h 2527200"/>
              <a:gd name="connsiteX2" fmla="*/ 3121234 w 3121234"/>
              <a:gd name="connsiteY2" fmla="*/ 2527200 h 2527200"/>
              <a:gd name="connsiteX3" fmla="*/ 355877 w 3121234"/>
              <a:gd name="connsiteY3" fmla="*/ 2515698 h 2527200"/>
              <a:gd name="connsiteX4" fmla="*/ 0 w 3121234"/>
              <a:gd name="connsiteY4" fmla="*/ 0 h 2527200"/>
              <a:gd name="connsiteX0" fmla="*/ 0 w 3121234"/>
              <a:gd name="connsiteY0" fmla="*/ 0 h 2521449"/>
              <a:gd name="connsiteX1" fmla="*/ 3121234 w 3121234"/>
              <a:gd name="connsiteY1" fmla="*/ 0 h 2521449"/>
              <a:gd name="connsiteX2" fmla="*/ 3115483 w 3121234"/>
              <a:gd name="connsiteY2" fmla="*/ 2521449 h 2521449"/>
              <a:gd name="connsiteX3" fmla="*/ 355877 w 3121234"/>
              <a:gd name="connsiteY3" fmla="*/ 2515698 h 2521449"/>
              <a:gd name="connsiteX4" fmla="*/ 0 w 3121234"/>
              <a:gd name="connsiteY4" fmla="*/ 0 h 2521449"/>
              <a:gd name="connsiteX0" fmla="*/ 0 w 3121234"/>
              <a:gd name="connsiteY0" fmla="*/ 0 h 2525223"/>
              <a:gd name="connsiteX1" fmla="*/ 3121234 w 3121234"/>
              <a:gd name="connsiteY1" fmla="*/ 0 h 2525223"/>
              <a:gd name="connsiteX2" fmla="*/ 3115483 w 3121234"/>
              <a:gd name="connsiteY2" fmla="*/ 2521449 h 2525223"/>
              <a:gd name="connsiteX3" fmla="*/ 355877 w 3121234"/>
              <a:gd name="connsiteY3" fmla="*/ 2525223 h 2525223"/>
              <a:gd name="connsiteX4" fmla="*/ 0 w 3121234"/>
              <a:gd name="connsiteY4" fmla="*/ 0 h 2525223"/>
              <a:gd name="connsiteX0" fmla="*/ 0 w 3121234"/>
              <a:gd name="connsiteY0" fmla="*/ 0 h 2525223"/>
              <a:gd name="connsiteX1" fmla="*/ 3121234 w 3121234"/>
              <a:gd name="connsiteY1" fmla="*/ 0 h 2525223"/>
              <a:gd name="connsiteX2" fmla="*/ 3118658 w 3121234"/>
              <a:gd name="connsiteY2" fmla="*/ 2524624 h 2525223"/>
              <a:gd name="connsiteX3" fmla="*/ 355877 w 3121234"/>
              <a:gd name="connsiteY3" fmla="*/ 2525223 h 2525223"/>
              <a:gd name="connsiteX4" fmla="*/ 0 w 3121234"/>
              <a:gd name="connsiteY4" fmla="*/ 0 h 2525223"/>
              <a:gd name="connsiteX0" fmla="*/ 0 w 3128242"/>
              <a:gd name="connsiteY0" fmla="*/ 0 h 2525223"/>
              <a:gd name="connsiteX1" fmla="*/ 3121234 w 3128242"/>
              <a:gd name="connsiteY1" fmla="*/ 0 h 2525223"/>
              <a:gd name="connsiteX2" fmla="*/ 3128183 w 3128242"/>
              <a:gd name="connsiteY2" fmla="*/ 2524624 h 2525223"/>
              <a:gd name="connsiteX3" fmla="*/ 355877 w 3128242"/>
              <a:gd name="connsiteY3" fmla="*/ 2525223 h 2525223"/>
              <a:gd name="connsiteX4" fmla="*/ 0 w 3128242"/>
              <a:gd name="connsiteY4" fmla="*/ 0 h 2525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8242" h="2525223">
                <a:moveTo>
                  <a:pt x="0" y="0"/>
                </a:moveTo>
                <a:lnTo>
                  <a:pt x="3121234" y="0"/>
                </a:lnTo>
                <a:cubicBezTo>
                  <a:pt x="3120375" y="841541"/>
                  <a:pt x="3129042" y="1683083"/>
                  <a:pt x="3128183" y="2524624"/>
                </a:cubicBezTo>
                <a:lnTo>
                  <a:pt x="355877" y="252522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0" name="Rubrik 5">
            <a:extLst>
              <a:ext uri="{FF2B5EF4-FFF2-40B4-BE49-F238E27FC236}">
                <a16:creationId xmlns:a16="http://schemas.microsoft.com/office/drawing/2014/main" id="{14C9355C-85B6-E949-9803-F69815A94C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4970769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A90592EF-0DD6-C746-902D-9E24B73E1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A50E1C72-47A1-5A4E-98F5-1291D62FB82B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C66E5C39-3D55-2C4E-B916-386A6A1DF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2" name="Platshållare för sidfot 5">
            <a:extLst>
              <a:ext uri="{FF2B5EF4-FFF2-40B4-BE49-F238E27FC236}">
                <a16:creationId xmlns:a16="http://schemas.microsoft.com/office/drawing/2014/main" id="{97894B6C-6BAE-D847-96FA-2AAB11B49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9823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6151919" y="0"/>
            <a:ext cx="2992081" cy="48760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3568" y="504000"/>
            <a:ext cx="4959904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3568" y="1440000"/>
            <a:ext cx="4959904" cy="2989462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5E4B72CA-3F0D-B444-82C7-779B3F6CE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7A0D98D1-720F-C04D-827C-BD6566349825}" type="datetime1">
              <a:rPr lang="sv-SE" smtClean="0"/>
              <a:t>2026-05-08</a:t>
            </a:fld>
            <a:endParaRPr lang="sv-SE"/>
          </a:p>
        </p:txBody>
      </p:sp>
      <p:sp>
        <p:nvSpPr>
          <p:cNvPr id="10" name="Platshållare för bildnummer 2">
            <a:extLst>
              <a:ext uri="{FF2B5EF4-FFF2-40B4-BE49-F238E27FC236}">
                <a16:creationId xmlns:a16="http://schemas.microsoft.com/office/drawing/2014/main" id="{7E8BE53B-B777-FE43-9D03-4AB1F2EF0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Platshållare för sidfot 5">
            <a:extLst>
              <a:ext uri="{FF2B5EF4-FFF2-40B4-BE49-F238E27FC236}">
                <a16:creationId xmlns:a16="http://schemas.microsoft.com/office/drawing/2014/main" id="{90D14060-79CF-9C4F-8903-D75CE6842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430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7"/>
          <p:cNvSpPr>
            <a:spLocks noGrp="1"/>
          </p:cNvSpPr>
          <p:nvPr>
            <p:ph type="pic" sz="quarter" idx="21" hasCustomPrompt="1"/>
          </p:nvPr>
        </p:nvSpPr>
        <p:spPr>
          <a:xfrm>
            <a:off x="5684208" y="0"/>
            <a:ext cx="3459792" cy="4876006"/>
          </a:xfrm>
          <a:custGeom>
            <a:avLst/>
            <a:gdLst>
              <a:gd name="connsiteX0" fmla="*/ 0 w 2992081"/>
              <a:gd name="connsiteY0" fmla="*/ 0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0 w 2992081"/>
              <a:gd name="connsiteY4" fmla="*/ 0 h 1656000"/>
              <a:gd name="connsiteX0" fmla="*/ 471488 w 3463569"/>
              <a:gd name="connsiteY0" fmla="*/ 0 h 1670287"/>
              <a:gd name="connsiteX1" fmla="*/ 3463569 w 3463569"/>
              <a:gd name="connsiteY1" fmla="*/ 0 h 1670287"/>
              <a:gd name="connsiteX2" fmla="*/ 3463569 w 3463569"/>
              <a:gd name="connsiteY2" fmla="*/ 1656000 h 1670287"/>
              <a:gd name="connsiteX3" fmla="*/ 0 w 3463569"/>
              <a:gd name="connsiteY3" fmla="*/ 1670287 h 1670287"/>
              <a:gd name="connsiteX4" fmla="*/ 471488 w 3463569"/>
              <a:gd name="connsiteY4" fmla="*/ 0 h 1670287"/>
              <a:gd name="connsiteX0" fmla="*/ 228601 w 3463569"/>
              <a:gd name="connsiteY0" fmla="*/ 0 h 1677431"/>
              <a:gd name="connsiteX1" fmla="*/ 3463569 w 3463569"/>
              <a:gd name="connsiteY1" fmla="*/ 7144 h 1677431"/>
              <a:gd name="connsiteX2" fmla="*/ 3463569 w 3463569"/>
              <a:gd name="connsiteY2" fmla="*/ 1663144 h 1677431"/>
              <a:gd name="connsiteX3" fmla="*/ 0 w 3463569"/>
              <a:gd name="connsiteY3" fmla="*/ 1677431 h 1677431"/>
              <a:gd name="connsiteX4" fmla="*/ 228601 w 3463569"/>
              <a:gd name="connsiteY4" fmla="*/ 0 h 1677431"/>
              <a:gd name="connsiteX0" fmla="*/ 235745 w 3463569"/>
              <a:gd name="connsiteY0" fmla="*/ 7144 h 1670287"/>
              <a:gd name="connsiteX1" fmla="*/ 3463569 w 3463569"/>
              <a:gd name="connsiteY1" fmla="*/ 0 h 1670287"/>
              <a:gd name="connsiteX2" fmla="*/ 3463569 w 3463569"/>
              <a:gd name="connsiteY2" fmla="*/ 1656000 h 1670287"/>
              <a:gd name="connsiteX3" fmla="*/ 0 w 3463569"/>
              <a:gd name="connsiteY3" fmla="*/ 1670287 h 1670287"/>
              <a:gd name="connsiteX4" fmla="*/ 235745 w 3463569"/>
              <a:gd name="connsiteY4" fmla="*/ 7144 h 1670287"/>
              <a:gd name="connsiteX0" fmla="*/ 224410 w 3463569"/>
              <a:gd name="connsiteY0" fmla="*/ 0 h 1670700"/>
              <a:gd name="connsiteX1" fmla="*/ 3463569 w 3463569"/>
              <a:gd name="connsiteY1" fmla="*/ 413 h 1670700"/>
              <a:gd name="connsiteX2" fmla="*/ 3463569 w 3463569"/>
              <a:gd name="connsiteY2" fmla="*/ 1656413 h 1670700"/>
              <a:gd name="connsiteX3" fmla="*/ 0 w 3463569"/>
              <a:gd name="connsiteY3" fmla="*/ 1670700 h 1670700"/>
              <a:gd name="connsiteX4" fmla="*/ 224410 w 3463569"/>
              <a:gd name="connsiteY4" fmla="*/ 0 h 1670700"/>
              <a:gd name="connsiteX0" fmla="*/ 220632 w 3459791"/>
              <a:gd name="connsiteY0" fmla="*/ 0 h 1663143"/>
              <a:gd name="connsiteX1" fmla="*/ 3459791 w 3459791"/>
              <a:gd name="connsiteY1" fmla="*/ 413 h 1663143"/>
              <a:gd name="connsiteX2" fmla="*/ 3459791 w 3459791"/>
              <a:gd name="connsiteY2" fmla="*/ 1656413 h 1663143"/>
              <a:gd name="connsiteX3" fmla="*/ 0 w 3459791"/>
              <a:gd name="connsiteY3" fmla="*/ 1663143 h 1663143"/>
              <a:gd name="connsiteX4" fmla="*/ 220632 w 3459791"/>
              <a:gd name="connsiteY4" fmla="*/ 0 h 1663143"/>
              <a:gd name="connsiteX0" fmla="*/ 220632 w 3459791"/>
              <a:gd name="connsiteY0" fmla="*/ 0 h 1659364"/>
              <a:gd name="connsiteX1" fmla="*/ 3459791 w 3459791"/>
              <a:gd name="connsiteY1" fmla="*/ 413 h 1659364"/>
              <a:gd name="connsiteX2" fmla="*/ 3459791 w 3459791"/>
              <a:gd name="connsiteY2" fmla="*/ 1656413 h 1659364"/>
              <a:gd name="connsiteX3" fmla="*/ 0 w 3459791"/>
              <a:gd name="connsiteY3" fmla="*/ 1659364 h 1659364"/>
              <a:gd name="connsiteX4" fmla="*/ 220632 w 3459791"/>
              <a:gd name="connsiteY4" fmla="*/ 0 h 1659364"/>
              <a:gd name="connsiteX0" fmla="*/ 449232 w 3459791"/>
              <a:gd name="connsiteY0" fmla="*/ 0 h 1659364"/>
              <a:gd name="connsiteX1" fmla="*/ 3459791 w 3459791"/>
              <a:gd name="connsiteY1" fmla="*/ 413 h 1659364"/>
              <a:gd name="connsiteX2" fmla="*/ 3459791 w 3459791"/>
              <a:gd name="connsiteY2" fmla="*/ 1656413 h 1659364"/>
              <a:gd name="connsiteX3" fmla="*/ 0 w 3459791"/>
              <a:gd name="connsiteY3" fmla="*/ 1659364 h 1659364"/>
              <a:gd name="connsiteX4" fmla="*/ 449232 w 3459791"/>
              <a:gd name="connsiteY4" fmla="*/ 0 h 1659364"/>
              <a:gd name="connsiteX0" fmla="*/ 444208 w 3454767"/>
              <a:gd name="connsiteY0" fmla="*/ 0 h 1657663"/>
              <a:gd name="connsiteX1" fmla="*/ 3454767 w 3454767"/>
              <a:gd name="connsiteY1" fmla="*/ 413 h 1657663"/>
              <a:gd name="connsiteX2" fmla="*/ 3454767 w 3454767"/>
              <a:gd name="connsiteY2" fmla="*/ 1656413 h 1657663"/>
              <a:gd name="connsiteX3" fmla="*/ 0 w 3454767"/>
              <a:gd name="connsiteY3" fmla="*/ 1657663 h 1657663"/>
              <a:gd name="connsiteX4" fmla="*/ 444208 w 3454767"/>
              <a:gd name="connsiteY4" fmla="*/ 0 h 1657663"/>
              <a:gd name="connsiteX0" fmla="*/ 444208 w 3454767"/>
              <a:gd name="connsiteY0" fmla="*/ 0 h 1656413"/>
              <a:gd name="connsiteX1" fmla="*/ 3454767 w 3454767"/>
              <a:gd name="connsiteY1" fmla="*/ 413 h 1656413"/>
              <a:gd name="connsiteX2" fmla="*/ 3454767 w 3454767"/>
              <a:gd name="connsiteY2" fmla="*/ 1656413 h 1656413"/>
              <a:gd name="connsiteX3" fmla="*/ 0 w 3454767"/>
              <a:gd name="connsiteY3" fmla="*/ 1654261 h 1656413"/>
              <a:gd name="connsiteX4" fmla="*/ 444208 w 3454767"/>
              <a:gd name="connsiteY4" fmla="*/ 0 h 1656413"/>
              <a:gd name="connsiteX0" fmla="*/ 449233 w 3459792"/>
              <a:gd name="connsiteY0" fmla="*/ 0 h 1656413"/>
              <a:gd name="connsiteX1" fmla="*/ 3459792 w 3459792"/>
              <a:gd name="connsiteY1" fmla="*/ 413 h 1656413"/>
              <a:gd name="connsiteX2" fmla="*/ 3459792 w 3459792"/>
              <a:gd name="connsiteY2" fmla="*/ 1656413 h 1656413"/>
              <a:gd name="connsiteX3" fmla="*/ 0 w 3459792"/>
              <a:gd name="connsiteY3" fmla="*/ 1655962 h 1656413"/>
              <a:gd name="connsiteX4" fmla="*/ 449233 w 3459792"/>
              <a:gd name="connsiteY4" fmla="*/ 0 h 165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9792" h="1656413">
                <a:moveTo>
                  <a:pt x="449233" y="0"/>
                </a:moveTo>
                <a:lnTo>
                  <a:pt x="3459792" y="413"/>
                </a:lnTo>
                <a:lnTo>
                  <a:pt x="3459792" y="1656413"/>
                </a:lnTo>
                <a:lnTo>
                  <a:pt x="0" y="1655962"/>
                </a:lnTo>
                <a:lnTo>
                  <a:pt x="4492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5112000" cy="2991068"/>
          </a:xfrm>
        </p:spPr>
        <p:txBody>
          <a:bodyPr/>
          <a:lstStyle>
            <a:lvl1pPr marL="216000" indent="-216000">
              <a:defRPr/>
            </a:lvl1pPr>
            <a:lvl2pPr marL="432000" indent="-216000">
              <a:defRPr/>
            </a:lvl2pPr>
            <a:lvl3pPr marL="648000" indent="-216000">
              <a:defRPr/>
            </a:lvl3pPr>
            <a:lvl4pPr marL="864000" indent="-216000">
              <a:defRPr/>
            </a:lvl4pPr>
            <a:lvl5pPr marL="1080000" indent="-216000">
              <a:defRPr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ADE8B9EC-AF0B-CE4C-8243-45AF9ED465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511200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1D6ADC4-1A2A-4B40-8C54-BDFDD3663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A59C7253-27F1-4D4F-9D3A-959794E8CAD8}" type="datetime1">
              <a:rPr lang="sv-SE" smtClean="0"/>
              <a:t>2026-05-08</a:t>
            </a:fld>
            <a:endParaRPr lang="sv-SE"/>
          </a:p>
        </p:txBody>
      </p:sp>
      <p:sp>
        <p:nvSpPr>
          <p:cNvPr id="12" name="Platshållare för bildnummer 2">
            <a:extLst>
              <a:ext uri="{FF2B5EF4-FFF2-40B4-BE49-F238E27FC236}">
                <a16:creationId xmlns:a16="http://schemas.microsoft.com/office/drawing/2014/main" id="{CD18ECBC-5301-0449-89EC-AF9F529797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1" name="Platshållare för sidfot 5">
            <a:extLst>
              <a:ext uri="{FF2B5EF4-FFF2-40B4-BE49-F238E27FC236}">
                <a16:creationId xmlns:a16="http://schemas.microsoft.com/office/drawing/2014/main" id="{96637BA6-85D2-9F49-825F-8E8D469A2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737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tshållare för bild 7">
            <a:extLst>
              <a:ext uri="{FF2B5EF4-FFF2-40B4-BE49-F238E27FC236}">
                <a16:creationId xmlns:a16="http://schemas.microsoft.com/office/drawing/2014/main" id="{61B5B853-6050-104B-B64B-70CD31ABC8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106107" y="0"/>
            <a:ext cx="5037893" cy="4876006"/>
          </a:xfrm>
          <a:custGeom>
            <a:avLst/>
            <a:gdLst>
              <a:gd name="connsiteX0" fmla="*/ 0 w 4118677"/>
              <a:gd name="connsiteY0" fmla="*/ 0 h 4901532"/>
              <a:gd name="connsiteX1" fmla="*/ 4118677 w 4118677"/>
              <a:gd name="connsiteY1" fmla="*/ 0 h 4901532"/>
              <a:gd name="connsiteX2" fmla="*/ 4118677 w 4118677"/>
              <a:gd name="connsiteY2" fmla="*/ 4901532 h 4901532"/>
              <a:gd name="connsiteX3" fmla="*/ 0 w 4118677"/>
              <a:gd name="connsiteY3" fmla="*/ 4901532 h 4901532"/>
              <a:gd name="connsiteX4" fmla="*/ 0 w 4118677"/>
              <a:gd name="connsiteY4" fmla="*/ 0 h 4901532"/>
              <a:gd name="connsiteX0" fmla="*/ 0 w 5077039"/>
              <a:gd name="connsiteY0" fmla="*/ 0 h 4901532"/>
              <a:gd name="connsiteX1" fmla="*/ 5077039 w 5077039"/>
              <a:gd name="connsiteY1" fmla="*/ 8792 h 4901532"/>
              <a:gd name="connsiteX2" fmla="*/ 4118677 w 5077039"/>
              <a:gd name="connsiteY2" fmla="*/ 4901532 h 4901532"/>
              <a:gd name="connsiteX3" fmla="*/ 0 w 5077039"/>
              <a:gd name="connsiteY3" fmla="*/ 4901532 h 4901532"/>
              <a:gd name="connsiteX4" fmla="*/ 0 w 5077039"/>
              <a:gd name="connsiteY4" fmla="*/ 0 h 4901532"/>
              <a:gd name="connsiteX0" fmla="*/ 0 w 5085831"/>
              <a:gd name="connsiteY0" fmla="*/ 0 h 4901532"/>
              <a:gd name="connsiteX1" fmla="*/ 5085831 w 5085831"/>
              <a:gd name="connsiteY1" fmla="*/ 0 h 4901532"/>
              <a:gd name="connsiteX2" fmla="*/ 4118677 w 5085831"/>
              <a:gd name="connsiteY2" fmla="*/ 4901532 h 4901532"/>
              <a:gd name="connsiteX3" fmla="*/ 0 w 5085831"/>
              <a:gd name="connsiteY3" fmla="*/ 4901532 h 4901532"/>
              <a:gd name="connsiteX4" fmla="*/ 0 w 5085831"/>
              <a:gd name="connsiteY4" fmla="*/ 0 h 4901532"/>
              <a:gd name="connsiteX0" fmla="*/ 0 w 5121576"/>
              <a:gd name="connsiteY0" fmla="*/ 0 h 4901532"/>
              <a:gd name="connsiteX1" fmla="*/ 5121576 w 5121576"/>
              <a:gd name="connsiteY1" fmla="*/ 0 h 4901532"/>
              <a:gd name="connsiteX2" fmla="*/ 4118677 w 5121576"/>
              <a:gd name="connsiteY2" fmla="*/ 4901532 h 4901532"/>
              <a:gd name="connsiteX3" fmla="*/ 0 w 5121576"/>
              <a:gd name="connsiteY3" fmla="*/ 4901532 h 4901532"/>
              <a:gd name="connsiteX4" fmla="*/ 0 w 5121576"/>
              <a:gd name="connsiteY4" fmla="*/ 0 h 4901532"/>
              <a:gd name="connsiteX0" fmla="*/ 0 w 5710525"/>
              <a:gd name="connsiteY0" fmla="*/ 0 h 4901532"/>
              <a:gd name="connsiteX1" fmla="*/ 5121576 w 5710525"/>
              <a:gd name="connsiteY1" fmla="*/ 0 h 4901532"/>
              <a:gd name="connsiteX2" fmla="*/ 5710525 w 5710525"/>
              <a:gd name="connsiteY2" fmla="*/ 4901532 h 4901532"/>
              <a:gd name="connsiteX3" fmla="*/ 0 w 5710525"/>
              <a:gd name="connsiteY3" fmla="*/ 4901532 h 4901532"/>
              <a:gd name="connsiteX4" fmla="*/ 0 w 5710525"/>
              <a:gd name="connsiteY4" fmla="*/ 0 h 4901532"/>
              <a:gd name="connsiteX0" fmla="*/ 0 w 5719669"/>
              <a:gd name="connsiteY0" fmla="*/ 0 h 4901532"/>
              <a:gd name="connsiteX1" fmla="*/ 5719669 w 5719669"/>
              <a:gd name="connsiteY1" fmla="*/ 9053 h 4901532"/>
              <a:gd name="connsiteX2" fmla="*/ 5710525 w 5719669"/>
              <a:gd name="connsiteY2" fmla="*/ 4901532 h 4901532"/>
              <a:gd name="connsiteX3" fmla="*/ 0 w 5719669"/>
              <a:gd name="connsiteY3" fmla="*/ 4901532 h 4901532"/>
              <a:gd name="connsiteX4" fmla="*/ 0 w 5719669"/>
              <a:gd name="connsiteY4" fmla="*/ 0 h 4901532"/>
              <a:gd name="connsiteX0" fmla="*/ 0 w 5719669"/>
              <a:gd name="connsiteY0" fmla="*/ 0 h 4919639"/>
              <a:gd name="connsiteX1" fmla="*/ 5719669 w 5719669"/>
              <a:gd name="connsiteY1" fmla="*/ 9053 h 4919639"/>
              <a:gd name="connsiteX2" fmla="*/ 5710525 w 5719669"/>
              <a:gd name="connsiteY2" fmla="*/ 4901532 h 4919639"/>
              <a:gd name="connsiteX3" fmla="*/ 1573445 w 5719669"/>
              <a:gd name="connsiteY3" fmla="*/ 4919639 h 4919639"/>
              <a:gd name="connsiteX4" fmla="*/ 0 w 5719669"/>
              <a:gd name="connsiteY4" fmla="*/ 0 h 4919639"/>
              <a:gd name="connsiteX0" fmla="*/ 0 w 5139979"/>
              <a:gd name="connsiteY0" fmla="*/ 9054 h 4910586"/>
              <a:gd name="connsiteX1" fmla="*/ 5139979 w 5139979"/>
              <a:gd name="connsiteY1" fmla="*/ 0 h 4910586"/>
              <a:gd name="connsiteX2" fmla="*/ 5130835 w 5139979"/>
              <a:gd name="connsiteY2" fmla="*/ 4892479 h 4910586"/>
              <a:gd name="connsiteX3" fmla="*/ 993755 w 5139979"/>
              <a:gd name="connsiteY3" fmla="*/ 4910586 h 4910586"/>
              <a:gd name="connsiteX4" fmla="*/ 0 w 5139979"/>
              <a:gd name="connsiteY4" fmla="*/ 9054 h 4910586"/>
              <a:gd name="connsiteX0" fmla="*/ 0 w 5139979"/>
              <a:gd name="connsiteY0" fmla="*/ 9054 h 4901532"/>
              <a:gd name="connsiteX1" fmla="*/ 5139979 w 5139979"/>
              <a:gd name="connsiteY1" fmla="*/ 0 h 4901532"/>
              <a:gd name="connsiteX2" fmla="*/ 5130835 w 5139979"/>
              <a:gd name="connsiteY2" fmla="*/ 4892479 h 4901532"/>
              <a:gd name="connsiteX3" fmla="*/ 993755 w 5139979"/>
              <a:gd name="connsiteY3" fmla="*/ 4901532 h 4901532"/>
              <a:gd name="connsiteX4" fmla="*/ 0 w 5139979"/>
              <a:gd name="connsiteY4" fmla="*/ 9054 h 4901532"/>
              <a:gd name="connsiteX0" fmla="*/ 0 w 5126312"/>
              <a:gd name="connsiteY0" fmla="*/ 2331 h 4901532"/>
              <a:gd name="connsiteX1" fmla="*/ 5126312 w 5126312"/>
              <a:gd name="connsiteY1" fmla="*/ 0 h 4901532"/>
              <a:gd name="connsiteX2" fmla="*/ 5117168 w 5126312"/>
              <a:gd name="connsiteY2" fmla="*/ 4892479 h 4901532"/>
              <a:gd name="connsiteX3" fmla="*/ 980088 w 5126312"/>
              <a:gd name="connsiteY3" fmla="*/ 4901532 h 4901532"/>
              <a:gd name="connsiteX4" fmla="*/ 0 w 5126312"/>
              <a:gd name="connsiteY4" fmla="*/ 2331 h 4901532"/>
              <a:gd name="connsiteX0" fmla="*/ 0 w 5139979"/>
              <a:gd name="connsiteY0" fmla="*/ 0 h 4912648"/>
              <a:gd name="connsiteX1" fmla="*/ 5139979 w 5139979"/>
              <a:gd name="connsiteY1" fmla="*/ 11116 h 4912648"/>
              <a:gd name="connsiteX2" fmla="*/ 5130835 w 5139979"/>
              <a:gd name="connsiteY2" fmla="*/ 4903595 h 4912648"/>
              <a:gd name="connsiteX3" fmla="*/ 993755 w 5139979"/>
              <a:gd name="connsiteY3" fmla="*/ 4912648 h 4912648"/>
              <a:gd name="connsiteX4" fmla="*/ 0 w 5139979"/>
              <a:gd name="connsiteY4" fmla="*/ 0 h 4912648"/>
              <a:gd name="connsiteX0" fmla="*/ 0 w 5126312"/>
              <a:gd name="connsiteY0" fmla="*/ 83013 h 4901532"/>
              <a:gd name="connsiteX1" fmla="*/ 5126312 w 5126312"/>
              <a:gd name="connsiteY1" fmla="*/ 0 h 4901532"/>
              <a:gd name="connsiteX2" fmla="*/ 5117168 w 5126312"/>
              <a:gd name="connsiteY2" fmla="*/ 4892479 h 4901532"/>
              <a:gd name="connsiteX3" fmla="*/ 980088 w 5126312"/>
              <a:gd name="connsiteY3" fmla="*/ 4901532 h 4901532"/>
              <a:gd name="connsiteX4" fmla="*/ 0 w 5126312"/>
              <a:gd name="connsiteY4" fmla="*/ 83013 h 4901532"/>
              <a:gd name="connsiteX0" fmla="*/ 0 w 5119478"/>
              <a:gd name="connsiteY0" fmla="*/ 0 h 4905924"/>
              <a:gd name="connsiteX1" fmla="*/ 5119478 w 5119478"/>
              <a:gd name="connsiteY1" fmla="*/ 4392 h 4905924"/>
              <a:gd name="connsiteX2" fmla="*/ 5110334 w 5119478"/>
              <a:gd name="connsiteY2" fmla="*/ 4896871 h 4905924"/>
              <a:gd name="connsiteX3" fmla="*/ 973254 w 5119478"/>
              <a:gd name="connsiteY3" fmla="*/ 4905924 h 4905924"/>
              <a:gd name="connsiteX4" fmla="*/ 0 w 5119478"/>
              <a:gd name="connsiteY4" fmla="*/ 0 h 4905924"/>
              <a:gd name="connsiteX0" fmla="*/ 0 w 5129396"/>
              <a:gd name="connsiteY0" fmla="*/ 0 h 4905924"/>
              <a:gd name="connsiteX1" fmla="*/ 5119478 w 5129396"/>
              <a:gd name="connsiteY1" fmla="*/ 4392 h 4905924"/>
              <a:gd name="connsiteX2" fmla="*/ 5129396 w 5129396"/>
              <a:gd name="connsiteY2" fmla="*/ 4892181 h 4905924"/>
              <a:gd name="connsiteX3" fmla="*/ 973254 w 5129396"/>
              <a:gd name="connsiteY3" fmla="*/ 4905924 h 4905924"/>
              <a:gd name="connsiteX4" fmla="*/ 0 w 5129396"/>
              <a:gd name="connsiteY4" fmla="*/ 0 h 4905924"/>
              <a:gd name="connsiteX0" fmla="*/ 0 w 5124629"/>
              <a:gd name="connsiteY0" fmla="*/ 0 h 4905924"/>
              <a:gd name="connsiteX1" fmla="*/ 5119478 w 5124629"/>
              <a:gd name="connsiteY1" fmla="*/ 4392 h 4905924"/>
              <a:gd name="connsiteX2" fmla="*/ 5124629 w 5124629"/>
              <a:gd name="connsiteY2" fmla="*/ 4901559 h 4905924"/>
              <a:gd name="connsiteX3" fmla="*/ 973254 w 5124629"/>
              <a:gd name="connsiteY3" fmla="*/ 4905924 h 4905924"/>
              <a:gd name="connsiteX4" fmla="*/ 0 w 5124629"/>
              <a:gd name="connsiteY4" fmla="*/ 0 h 4905924"/>
              <a:gd name="connsiteX0" fmla="*/ 0 w 5129395"/>
              <a:gd name="connsiteY0" fmla="*/ 0 h 4910938"/>
              <a:gd name="connsiteX1" fmla="*/ 5119478 w 5129395"/>
              <a:gd name="connsiteY1" fmla="*/ 4392 h 4910938"/>
              <a:gd name="connsiteX2" fmla="*/ 5129395 w 5129395"/>
              <a:gd name="connsiteY2" fmla="*/ 4910938 h 4910938"/>
              <a:gd name="connsiteX3" fmla="*/ 973254 w 5129395"/>
              <a:gd name="connsiteY3" fmla="*/ 4905924 h 4910938"/>
              <a:gd name="connsiteX4" fmla="*/ 0 w 5129395"/>
              <a:gd name="connsiteY4" fmla="*/ 0 h 4910938"/>
              <a:gd name="connsiteX0" fmla="*/ 0 w 5120105"/>
              <a:gd name="connsiteY0" fmla="*/ 0 h 4915627"/>
              <a:gd name="connsiteX1" fmla="*/ 5119478 w 5120105"/>
              <a:gd name="connsiteY1" fmla="*/ 4392 h 4915627"/>
              <a:gd name="connsiteX2" fmla="*/ 5115098 w 5120105"/>
              <a:gd name="connsiteY2" fmla="*/ 4915627 h 4915627"/>
              <a:gd name="connsiteX3" fmla="*/ 973254 w 5120105"/>
              <a:gd name="connsiteY3" fmla="*/ 4905924 h 4915627"/>
              <a:gd name="connsiteX4" fmla="*/ 0 w 5120105"/>
              <a:gd name="connsiteY4" fmla="*/ 0 h 4915627"/>
              <a:gd name="connsiteX0" fmla="*/ 0 w 5124630"/>
              <a:gd name="connsiteY0" fmla="*/ 0 h 4915627"/>
              <a:gd name="connsiteX1" fmla="*/ 5119478 w 5124630"/>
              <a:gd name="connsiteY1" fmla="*/ 4392 h 4915627"/>
              <a:gd name="connsiteX2" fmla="*/ 5124630 w 5124630"/>
              <a:gd name="connsiteY2" fmla="*/ 4915627 h 4915627"/>
              <a:gd name="connsiteX3" fmla="*/ 973254 w 5124630"/>
              <a:gd name="connsiteY3" fmla="*/ 4905924 h 4915627"/>
              <a:gd name="connsiteX4" fmla="*/ 0 w 5124630"/>
              <a:gd name="connsiteY4" fmla="*/ 0 h 4915627"/>
              <a:gd name="connsiteX0" fmla="*/ 0 w 5120542"/>
              <a:gd name="connsiteY0" fmla="*/ 0 h 4907160"/>
              <a:gd name="connsiteX1" fmla="*/ 5119478 w 5120542"/>
              <a:gd name="connsiteY1" fmla="*/ 4392 h 4907160"/>
              <a:gd name="connsiteX2" fmla="*/ 5120328 w 5120542"/>
              <a:gd name="connsiteY2" fmla="*/ 4907160 h 4907160"/>
              <a:gd name="connsiteX3" fmla="*/ 973254 w 5120542"/>
              <a:gd name="connsiteY3" fmla="*/ 4905924 h 4907160"/>
              <a:gd name="connsiteX4" fmla="*/ 0 w 5120542"/>
              <a:gd name="connsiteY4" fmla="*/ 0 h 4907160"/>
              <a:gd name="connsiteX0" fmla="*/ 0 w 5120542"/>
              <a:gd name="connsiteY0" fmla="*/ 4074 h 4911234"/>
              <a:gd name="connsiteX1" fmla="*/ 5119478 w 5120542"/>
              <a:gd name="connsiteY1" fmla="*/ 0 h 4911234"/>
              <a:gd name="connsiteX2" fmla="*/ 5120328 w 5120542"/>
              <a:gd name="connsiteY2" fmla="*/ 4911234 h 4911234"/>
              <a:gd name="connsiteX3" fmla="*/ 973254 w 5120542"/>
              <a:gd name="connsiteY3" fmla="*/ 4909998 h 4911234"/>
              <a:gd name="connsiteX4" fmla="*/ 0 w 5120542"/>
              <a:gd name="connsiteY4" fmla="*/ 4074 h 4911234"/>
              <a:gd name="connsiteX0" fmla="*/ 0 w 5124845"/>
              <a:gd name="connsiteY0" fmla="*/ 0 h 4919860"/>
              <a:gd name="connsiteX1" fmla="*/ 5123781 w 5124845"/>
              <a:gd name="connsiteY1" fmla="*/ 8626 h 4919860"/>
              <a:gd name="connsiteX2" fmla="*/ 5124631 w 5124845"/>
              <a:gd name="connsiteY2" fmla="*/ 4919860 h 4919860"/>
              <a:gd name="connsiteX3" fmla="*/ 977557 w 5124845"/>
              <a:gd name="connsiteY3" fmla="*/ 4918624 h 4919860"/>
              <a:gd name="connsiteX4" fmla="*/ 0 w 5124845"/>
              <a:gd name="connsiteY4" fmla="*/ 0 h 4919860"/>
              <a:gd name="connsiteX0" fmla="*/ 0 w 5120543"/>
              <a:gd name="connsiteY0" fmla="*/ 0 h 4915626"/>
              <a:gd name="connsiteX1" fmla="*/ 5119479 w 5120543"/>
              <a:gd name="connsiteY1" fmla="*/ 4392 h 4915626"/>
              <a:gd name="connsiteX2" fmla="*/ 5120329 w 5120543"/>
              <a:gd name="connsiteY2" fmla="*/ 4915626 h 4915626"/>
              <a:gd name="connsiteX3" fmla="*/ 973255 w 5120543"/>
              <a:gd name="connsiteY3" fmla="*/ 4914390 h 4915626"/>
              <a:gd name="connsiteX4" fmla="*/ 0 w 5120543"/>
              <a:gd name="connsiteY4" fmla="*/ 0 h 4915626"/>
              <a:gd name="connsiteX0" fmla="*/ 0 w 5120543"/>
              <a:gd name="connsiteY0" fmla="*/ 0 h 4911392"/>
              <a:gd name="connsiteX1" fmla="*/ 5119479 w 5120543"/>
              <a:gd name="connsiteY1" fmla="*/ 158 h 4911392"/>
              <a:gd name="connsiteX2" fmla="*/ 5120329 w 5120543"/>
              <a:gd name="connsiteY2" fmla="*/ 4911392 h 4911392"/>
              <a:gd name="connsiteX3" fmla="*/ 973255 w 5120543"/>
              <a:gd name="connsiteY3" fmla="*/ 4910156 h 4911392"/>
              <a:gd name="connsiteX4" fmla="*/ 0 w 5120543"/>
              <a:gd name="connsiteY4" fmla="*/ 0 h 4911392"/>
              <a:gd name="connsiteX0" fmla="*/ 0 w 5120156"/>
              <a:gd name="connsiteY0" fmla="*/ 0 h 4910156"/>
              <a:gd name="connsiteX1" fmla="*/ 5119479 w 5120156"/>
              <a:gd name="connsiteY1" fmla="*/ 158 h 4910156"/>
              <a:gd name="connsiteX2" fmla="*/ 5116047 w 5120156"/>
              <a:gd name="connsiteY2" fmla="*/ 4902965 h 4910156"/>
              <a:gd name="connsiteX3" fmla="*/ 973255 w 5120156"/>
              <a:gd name="connsiteY3" fmla="*/ 4910156 h 4910156"/>
              <a:gd name="connsiteX4" fmla="*/ 0 w 5120156"/>
              <a:gd name="connsiteY4" fmla="*/ 0 h 4910156"/>
              <a:gd name="connsiteX0" fmla="*/ 0 w 5120156"/>
              <a:gd name="connsiteY0" fmla="*/ 0 h 4902965"/>
              <a:gd name="connsiteX1" fmla="*/ 5119479 w 5120156"/>
              <a:gd name="connsiteY1" fmla="*/ 158 h 4902965"/>
              <a:gd name="connsiteX2" fmla="*/ 5116047 w 5120156"/>
              <a:gd name="connsiteY2" fmla="*/ 4902965 h 4902965"/>
              <a:gd name="connsiteX3" fmla="*/ 973255 w 5120156"/>
              <a:gd name="connsiteY3" fmla="*/ 4901728 h 4902965"/>
              <a:gd name="connsiteX4" fmla="*/ 0 w 5120156"/>
              <a:gd name="connsiteY4" fmla="*/ 0 h 4902965"/>
              <a:gd name="connsiteX0" fmla="*/ 0 w 5126895"/>
              <a:gd name="connsiteY0" fmla="*/ 0 h 4902965"/>
              <a:gd name="connsiteX1" fmla="*/ 5119479 w 5126895"/>
              <a:gd name="connsiteY1" fmla="*/ 158 h 4902965"/>
              <a:gd name="connsiteX2" fmla="*/ 5126895 w 5126895"/>
              <a:gd name="connsiteY2" fmla="*/ 4902965 h 4902965"/>
              <a:gd name="connsiteX3" fmla="*/ 973255 w 5126895"/>
              <a:gd name="connsiteY3" fmla="*/ 4901728 h 4902965"/>
              <a:gd name="connsiteX4" fmla="*/ 0 w 5126895"/>
              <a:gd name="connsiteY4" fmla="*/ 0 h 4902965"/>
              <a:gd name="connsiteX0" fmla="*/ 0 w 5120230"/>
              <a:gd name="connsiteY0" fmla="*/ 0 h 4902965"/>
              <a:gd name="connsiteX1" fmla="*/ 5119479 w 5120230"/>
              <a:gd name="connsiteY1" fmla="*/ 158 h 4902965"/>
              <a:gd name="connsiteX2" fmla="*/ 5117214 w 5120230"/>
              <a:gd name="connsiteY2" fmla="*/ 4902965 h 4902965"/>
              <a:gd name="connsiteX3" fmla="*/ 973255 w 5120230"/>
              <a:gd name="connsiteY3" fmla="*/ 4901728 h 4902965"/>
              <a:gd name="connsiteX4" fmla="*/ 0 w 5120230"/>
              <a:gd name="connsiteY4" fmla="*/ 0 h 490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230" h="4902965">
                <a:moveTo>
                  <a:pt x="0" y="0"/>
                </a:moveTo>
                <a:lnTo>
                  <a:pt x="5119479" y="158"/>
                </a:lnTo>
                <a:cubicBezTo>
                  <a:pt x="5122785" y="1635673"/>
                  <a:pt x="5113908" y="3267450"/>
                  <a:pt x="5117214" y="4902965"/>
                </a:cubicBezTo>
                <a:lnTo>
                  <a:pt x="973255" y="490172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 dirty="0" smtClean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1270153B-94A6-E744-8BC9-650BC793BEC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84000" y="1440000"/>
            <a:ext cx="3599968" cy="2942564"/>
          </a:xfrm>
        </p:spPr>
        <p:txBody>
          <a:bodyPr/>
          <a:lstStyle>
            <a:lvl1pPr marL="216000" indent="-216000">
              <a:defRPr/>
            </a:lvl1pPr>
            <a:lvl2pPr marL="432000" indent="-216000">
              <a:defRPr/>
            </a:lvl2pPr>
            <a:lvl3pPr marL="648000" indent="-216000">
              <a:defRPr/>
            </a:lvl3pPr>
            <a:lvl4pPr marL="864000" indent="-216000">
              <a:defRPr/>
            </a:lvl4pPr>
            <a:lvl5pPr marL="1080000" indent="-216000">
              <a:defRPr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1" name="Rubrik 5">
            <a:extLst>
              <a:ext uri="{FF2B5EF4-FFF2-40B4-BE49-F238E27FC236}">
                <a16:creationId xmlns:a16="http://schemas.microsoft.com/office/drawing/2014/main" id="{3F30E36B-2076-8E49-9ED6-C6E2CF77A3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3599968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52A0BDEF-545D-7946-8861-F1CED8DD34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A0FDC308-00DE-224A-BEFD-579F08DE5EC2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8B2D1969-2763-C947-8CCF-E3AB3B07C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Platshållare för sidfot 5">
            <a:extLst>
              <a:ext uri="{FF2B5EF4-FFF2-40B4-BE49-F238E27FC236}">
                <a16:creationId xmlns:a16="http://schemas.microsoft.com/office/drawing/2014/main" id="{022DCEC4-FB02-1046-85CC-15146A0F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9279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8760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FF3237EC-BF49-694A-87BA-1ECDA583A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E4E2F7E-0EDB-3043-8E2E-BA2B57252D61}" type="datetime1">
              <a:rPr lang="sv-SE" smtClean="0"/>
              <a:t>2026-05-08</a:t>
            </a:fld>
            <a:endParaRPr lang="sv-SE"/>
          </a:p>
        </p:txBody>
      </p:sp>
      <p:sp>
        <p:nvSpPr>
          <p:cNvPr id="9" name="Platshållare för bildnummer 2">
            <a:extLst>
              <a:ext uri="{FF2B5EF4-FFF2-40B4-BE49-F238E27FC236}">
                <a16:creationId xmlns:a16="http://schemas.microsoft.com/office/drawing/2014/main" id="{154DCE27-3F99-AA45-B1B0-BED3E0A85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7700273-D24A-BD46-BB9D-A2BC70F40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75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tshållare för bild 2"/>
          <p:cNvSpPr>
            <a:spLocks noGrp="1"/>
          </p:cNvSpPr>
          <p:nvPr>
            <p:ph type="pic" idx="22" hasCustomPrompt="1"/>
          </p:nvPr>
        </p:nvSpPr>
        <p:spPr>
          <a:xfrm>
            <a:off x="4170373" y="2511073"/>
            <a:ext cx="4971600" cy="2364933"/>
          </a:xfrm>
          <a:custGeom>
            <a:avLst/>
            <a:gdLst>
              <a:gd name="connsiteX0" fmla="*/ 0 w 4461060"/>
              <a:gd name="connsiteY0" fmla="*/ 0 h 2527200"/>
              <a:gd name="connsiteX1" fmla="*/ 4461060 w 4461060"/>
              <a:gd name="connsiteY1" fmla="*/ 0 h 2527200"/>
              <a:gd name="connsiteX2" fmla="*/ 4461060 w 4461060"/>
              <a:gd name="connsiteY2" fmla="*/ 2527200 h 2527200"/>
              <a:gd name="connsiteX3" fmla="*/ 0 w 4461060"/>
              <a:gd name="connsiteY3" fmla="*/ 2527200 h 2527200"/>
              <a:gd name="connsiteX4" fmla="*/ 0 w 4461060"/>
              <a:gd name="connsiteY4" fmla="*/ 0 h 2527200"/>
              <a:gd name="connsiteX0" fmla="*/ 497434 w 4958494"/>
              <a:gd name="connsiteY0" fmla="*/ 0 h 2527200"/>
              <a:gd name="connsiteX1" fmla="*/ 4958494 w 4958494"/>
              <a:gd name="connsiteY1" fmla="*/ 0 h 2527200"/>
              <a:gd name="connsiteX2" fmla="*/ 4958494 w 4958494"/>
              <a:gd name="connsiteY2" fmla="*/ 2527200 h 2527200"/>
              <a:gd name="connsiteX3" fmla="*/ 0 w 4958494"/>
              <a:gd name="connsiteY3" fmla="*/ 2512570 h 2527200"/>
              <a:gd name="connsiteX4" fmla="*/ 497434 w 4958494"/>
              <a:gd name="connsiteY4" fmla="*/ 0 h 2527200"/>
              <a:gd name="connsiteX0" fmla="*/ 497434 w 4958494"/>
              <a:gd name="connsiteY0" fmla="*/ 0 h 2527200"/>
              <a:gd name="connsiteX1" fmla="*/ 4958494 w 4958494"/>
              <a:gd name="connsiteY1" fmla="*/ 0 h 2527200"/>
              <a:gd name="connsiteX2" fmla="*/ 4958494 w 4958494"/>
              <a:gd name="connsiteY2" fmla="*/ 2527200 h 2527200"/>
              <a:gd name="connsiteX3" fmla="*/ 0 w 4958494"/>
              <a:gd name="connsiteY3" fmla="*/ 2512570 h 2527200"/>
              <a:gd name="connsiteX4" fmla="*/ 497434 w 4958494"/>
              <a:gd name="connsiteY4" fmla="*/ 0 h 2527200"/>
              <a:gd name="connsiteX0" fmla="*/ 497434 w 4958494"/>
              <a:gd name="connsiteY0" fmla="*/ 0 h 2527200"/>
              <a:gd name="connsiteX1" fmla="*/ 4958494 w 4958494"/>
              <a:gd name="connsiteY1" fmla="*/ 0 h 2527200"/>
              <a:gd name="connsiteX2" fmla="*/ 4958494 w 4958494"/>
              <a:gd name="connsiteY2" fmla="*/ 2527200 h 2527200"/>
              <a:gd name="connsiteX3" fmla="*/ 0 w 4958494"/>
              <a:gd name="connsiteY3" fmla="*/ 2512570 h 2527200"/>
              <a:gd name="connsiteX4" fmla="*/ 497434 w 4958494"/>
              <a:gd name="connsiteY4" fmla="*/ 0 h 2527200"/>
              <a:gd name="connsiteX0" fmla="*/ 504749 w 4965809"/>
              <a:gd name="connsiteY0" fmla="*/ 0 h 2527200"/>
              <a:gd name="connsiteX1" fmla="*/ 4965809 w 4965809"/>
              <a:gd name="connsiteY1" fmla="*/ 0 h 2527200"/>
              <a:gd name="connsiteX2" fmla="*/ 4965809 w 4965809"/>
              <a:gd name="connsiteY2" fmla="*/ 2527200 h 2527200"/>
              <a:gd name="connsiteX3" fmla="*/ 0 w 4965809"/>
              <a:gd name="connsiteY3" fmla="*/ 2527200 h 2527200"/>
              <a:gd name="connsiteX4" fmla="*/ 504749 w 4965809"/>
              <a:gd name="connsiteY4" fmla="*/ 0 h 2527200"/>
              <a:gd name="connsiteX0" fmla="*/ 473487 w 4965809"/>
              <a:gd name="connsiteY0" fmla="*/ 0 h 2527200"/>
              <a:gd name="connsiteX1" fmla="*/ 4965809 w 4965809"/>
              <a:gd name="connsiteY1" fmla="*/ 0 h 2527200"/>
              <a:gd name="connsiteX2" fmla="*/ 4965809 w 4965809"/>
              <a:gd name="connsiteY2" fmla="*/ 2527200 h 2527200"/>
              <a:gd name="connsiteX3" fmla="*/ 0 w 4965809"/>
              <a:gd name="connsiteY3" fmla="*/ 2527200 h 2527200"/>
              <a:gd name="connsiteX4" fmla="*/ 473487 w 4965809"/>
              <a:gd name="connsiteY4" fmla="*/ 0 h 2527200"/>
              <a:gd name="connsiteX0" fmla="*/ 473487 w 4965809"/>
              <a:gd name="connsiteY0" fmla="*/ 0 h 2649964"/>
              <a:gd name="connsiteX1" fmla="*/ 4965809 w 4965809"/>
              <a:gd name="connsiteY1" fmla="*/ 0 h 2649964"/>
              <a:gd name="connsiteX2" fmla="*/ 4965809 w 4965809"/>
              <a:gd name="connsiteY2" fmla="*/ 2527200 h 2649964"/>
              <a:gd name="connsiteX3" fmla="*/ 0 w 4965809"/>
              <a:gd name="connsiteY3" fmla="*/ 2649964 h 2649964"/>
              <a:gd name="connsiteX4" fmla="*/ 473487 w 4965809"/>
              <a:gd name="connsiteY4" fmla="*/ 0 h 2649964"/>
              <a:gd name="connsiteX0" fmla="*/ 473487 w 4965809"/>
              <a:gd name="connsiteY0" fmla="*/ 0 h 2667504"/>
              <a:gd name="connsiteX1" fmla="*/ 4965809 w 4965809"/>
              <a:gd name="connsiteY1" fmla="*/ 0 h 2667504"/>
              <a:gd name="connsiteX2" fmla="*/ 4950178 w 4965809"/>
              <a:gd name="connsiteY2" fmla="*/ 2667504 h 2667504"/>
              <a:gd name="connsiteX3" fmla="*/ 0 w 4965809"/>
              <a:gd name="connsiteY3" fmla="*/ 2649964 h 2667504"/>
              <a:gd name="connsiteX4" fmla="*/ 473487 w 4965809"/>
              <a:gd name="connsiteY4" fmla="*/ 0 h 2667504"/>
              <a:gd name="connsiteX0" fmla="*/ 473487 w 4965809"/>
              <a:gd name="connsiteY0" fmla="*/ 0 h 2658734"/>
              <a:gd name="connsiteX1" fmla="*/ 4965809 w 4965809"/>
              <a:gd name="connsiteY1" fmla="*/ 0 h 2658734"/>
              <a:gd name="connsiteX2" fmla="*/ 4950178 w 4965809"/>
              <a:gd name="connsiteY2" fmla="*/ 2658734 h 2658734"/>
              <a:gd name="connsiteX3" fmla="*/ 0 w 4965809"/>
              <a:gd name="connsiteY3" fmla="*/ 2649964 h 2658734"/>
              <a:gd name="connsiteX4" fmla="*/ 473487 w 4965809"/>
              <a:gd name="connsiteY4" fmla="*/ 0 h 2658734"/>
              <a:gd name="connsiteX0" fmla="*/ 481303 w 4973625"/>
              <a:gd name="connsiteY0" fmla="*/ 0 h 2667501"/>
              <a:gd name="connsiteX1" fmla="*/ 4973625 w 4973625"/>
              <a:gd name="connsiteY1" fmla="*/ 0 h 2667501"/>
              <a:gd name="connsiteX2" fmla="*/ 4957994 w 4973625"/>
              <a:gd name="connsiteY2" fmla="*/ 2658734 h 2667501"/>
              <a:gd name="connsiteX3" fmla="*/ 0 w 4973625"/>
              <a:gd name="connsiteY3" fmla="*/ 2667501 h 2667501"/>
              <a:gd name="connsiteX4" fmla="*/ 481303 w 4973625"/>
              <a:gd name="connsiteY4" fmla="*/ 0 h 2667501"/>
              <a:gd name="connsiteX0" fmla="*/ 496934 w 4973625"/>
              <a:gd name="connsiteY0" fmla="*/ 0 h 2676269"/>
              <a:gd name="connsiteX1" fmla="*/ 4973625 w 4973625"/>
              <a:gd name="connsiteY1" fmla="*/ 8768 h 2676269"/>
              <a:gd name="connsiteX2" fmla="*/ 4957994 w 4973625"/>
              <a:gd name="connsiteY2" fmla="*/ 2667502 h 2676269"/>
              <a:gd name="connsiteX3" fmla="*/ 0 w 4973625"/>
              <a:gd name="connsiteY3" fmla="*/ 2676269 h 2676269"/>
              <a:gd name="connsiteX4" fmla="*/ 496934 w 4973625"/>
              <a:gd name="connsiteY4" fmla="*/ 0 h 2676269"/>
              <a:gd name="connsiteX0" fmla="*/ 496934 w 4965809"/>
              <a:gd name="connsiteY0" fmla="*/ 0 h 2676269"/>
              <a:gd name="connsiteX1" fmla="*/ 4965809 w 4965809"/>
              <a:gd name="connsiteY1" fmla="*/ 0 h 2676269"/>
              <a:gd name="connsiteX2" fmla="*/ 4957994 w 4965809"/>
              <a:gd name="connsiteY2" fmla="*/ 2667502 h 2676269"/>
              <a:gd name="connsiteX3" fmla="*/ 0 w 4965809"/>
              <a:gd name="connsiteY3" fmla="*/ 2676269 h 2676269"/>
              <a:gd name="connsiteX4" fmla="*/ 496934 w 4965809"/>
              <a:gd name="connsiteY4" fmla="*/ 0 h 2676269"/>
              <a:gd name="connsiteX0" fmla="*/ 496934 w 4965809"/>
              <a:gd name="connsiteY0" fmla="*/ 0 h 2676270"/>
              <a:gd name="connsiteX1" fmla="*/ 4965809 w 4965809"/>
              <a:gd name="connsiteY1" fmla="*/ 0 h 2676270"/>
              <a:gd name="connsiteX2" fmla="*/ 4957994 w 4965809"/>
              <a:gd name="connsiteY2" fmla="*/ 2676270 h 2676270"/>
              <a:gd name="connsiteX3" fmla="*/ 0 w 4965809"/>
              <a:gd name="connsiteY3" fmla="*/ 2676269 h 2676270"/>
              <a:gd name="connsiteX4" fmla="*/ 496934 w 4965809"/>
              <a:gd name="connsiteY4" fmla="*/ 0 h 2676270"/>
              <a:gd name="connsiteX0" fmla="*/ 490171 w 4965809"/>
              <a:gd name="connsiteY0" fmla="*/ 22799 h 2676270"/>
              <a:gd name="connsiteX1" fmla="*/ 4965809 w 4965809"/>
              <a:gd name="connsiteY1" fmla="*/ 0 h 2676270"/>
              <a:gd name="connsiteX2" fmla="*/ 4957994 w 4965809"/>
              <a:gd name="connsiteY2" fmla="*/ 2676270 h 2676270"/>
              <a:gd name="connsiteX3" fmla="*/ 0 w 4965809"/>
              <a:gd name="connsiteY3" fmla="*/ 2676269 h 2676270"/>
              <a:gd name="connsiteX4" fmla="*/ 490171 w 4965809"/>
              <a:gd name="connsiteY4" fmla="*/ 22799 h 2676270"/>
              <a:gd name="connsiteX0" fmla="*/ 469883 w 4965809"/>
              <a:gd name="connsiteY0" fmla="*/ 22799 h 2676270"/>
              <a:gd name="connsiteX1" fmla="*/ 4965809 w 4965809"/>
              <a:gd name="connsiteY1" fmla="*/ 0 h 2676270"/>
              <a:gd name="connsiteX2" fmla="*/ 4957994 w 4965809"/>
              <a:gd name="connsiteY2" fmla="*/ 2676270 h 2676270"/>
              <a:gd name="connsiteX3" fmla="*/ 0 w 4965809"/>
              <a:gd name="connsiteY3" fmla="*/ 2676269 h 2676270"/>
              <a:gd name="connsiteX4" fmla="*/ 469883 w 4965809"/>
              <a:gd name="connsiteY4" fmla="*/ 22799 h 2676270"/>
              <a:gd name="connsiteX0" fmla="*/ 469883 w 4959044"/>
              <a:gd name="connsiteY0" fmla="*/ 0 h 2653471"/>
              <a:gd name="connsiteX1" fmla="*/ 4952283 w 4959044"/>
              <a:gd name="connsiteY1" fmla="*/ 0 h 2653471"/>
              <a:gd name="connsiteX2" fmla="*/ 4957994 w 4959044"/>
              <a:gd name="connsiteY2" fmla="*/ 2653471 h 2653471"/>
              <a:gd name="connsiteX3" fmla="*/ 0 w 4959044"/>
              <a:gd name="connsiteY3" fmla="*/ 2653470 h 2653471"/>
              <a:gd name="connsiteX4" fmla="*/ 469883 w 4959044"/>
              <a:gd name="connsiteY4" fmla="*/ 0 h 2653471"/>
              <a:gd name="connsiteX0" fmla="*/ 469883 w 4972572"/>
              <a:gd name="connsiteY0" fmla="*/ 7599 h 2661070"/>
              <a:gd name="connsiteX1" fmla="*/ 4972572 w 4972572"/>
              <a:gd name="connsiteY1" fmla="*/ 0 h 2661070"/>
              <a:gd name="connsiteX2" fmla="*/ 4957994 w 4972572"/>
              <a:gd name="connsiteY2" fmla="*/ 2661070 h 2661070"/>
              <a:gd name="connsiteX3" fmla="*/ 0 w 4972572"/>
              <a:gd name="connsiteY3" fmla="*/ 2661069 h 2661070"/>
              <a:gd name="connsiteX4" fmla="*/ 469883 w 4972572"/>
              <a:gd name="connsiteY4" fmla="*/ 7599 h 2661070"/>
              <a:gd name="connsiteX0" fmla="*/ 469883 w 4959630"/>
              <a:gd name="connsiteY0" fmla="*/ 0 h 2653471"/>
              <a:gd name="connsiteX1" fmla="*/ 4959047 w 4959630"/>
              <a:gd name="connsiteY1" fmla="*/ 7601 h 2653471"/>
              <a:gd name="connsiteX2" fmla="*/ 4957994 w 4959630"/>
              <a:gd name="connsiteY2" fmla="*/ 2653471 h 2653471"/>
              <a:gd name="connsiteX3" fmla="*/ 0 w 4959630"/>
              <a:gd name="connsiteY3" fmla="*/ 2653470 h 2653471"/>
              <a:gd name="connsiteX4" fmla="*/ 469883 w 4959630"/>
              <a:gd name="connsiteY4" fmla="*/ 0 h 2653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9630" h="2653471">
                <a:moveTo>
                  <a:pt x="469883" y="0"/>
                </a:moveTo>
                <a:lnTo>
                  <a:pt x="4959047" y="7601"/>
                </a:lnTo>
                <a:cubicBezTo>
                  <a:pt x="4953837" y="896769"/>
                  <a:pt x="4963204" y="1764303"/>
                  <a:pt x="4957994" y="2653471"/>
                </a:cubicBezTo>
                <a:lnTo>
                  <a:pt x="0" y="2653470"/>
                </a:lnTo>
                <a:lnTo>
                  <a:pt x="46988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6" name="Platshållare för bild 7">
            <a:extLst>
              <a:ext uri="{FF2B5EF4-FFF2-40B4-BE49-F238E27FC236}">
                <a16:creationId xmlns:a16="http://schemas.microsoft.com/office/drawing/2014/main" id="{B56819B3-5642-3544-81C9-3725283DE1C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-25526"/>
            <a:ext cx="5039217" cy="4901532"/>
          </a:xfrm>
          <a:custGeom>
            <a:avLst/>
            <a:gdLst>
              <a:gd name="connsiteX0" fmla="*/ 0 w 4118677"/>
              <a:gd name="connsiteY0" fmla="*/ 0 h 4901532"/>
              <a:gd name="connsiteX1" fmla="*/ 4118677 w 4118677"/>
              <a:gd name="connsiteY1" fmla="*/ 0 h 4901532"/>
              <a:gd name="connsiteX2" fmla="*/ 4118677 w 4118677"/>
              <a:gd name="connsiteY2" fmla="*/ 4901532 h 4901532"/>
              <a:gd name="connsiteX3" fmla="*/ 0 w 4118677"/>
              <a:gd name="connsiteY3" fmla="*/ 4901532 h 4901532"/>
              <a:gd name="connsiteX4" fmla="*/ 0 w 4118677"/>
              <a:gd name="connsiteY4" fmla="*/ 0 h 4901532"/>
              <a:gd name="connsiteX0" fmla="*/ 0 w 5077039"/>
              <a:gd name="connsiteY0" fmla="*/ 0 h 4901532"/>
              <a:gd name="connsiteX1" fmla="*/ 5077039 w 5077039"/>
              <a:gd name="connsiteY1" fmla="*/ 8792 h 4901532"/>
              <a:gd name="connsiteX2" fmla="*/ 4118677 w 5077039"/>
              <a:gd name="connsiteY2" fmla="*/ 4901532 h 4901532"/>
              <a:gd name="connsiteX3" fmla="*/ 0 w 5077039"/>
              <a:gd name="connsiteY3" fmla="*/ 4901532 h 4901532"/>
              <a:gd name="connsiteX4" fmla="*/ 0 w 5077039"/>
              <a:gd name="connsiteY4" fmla="*/ 0 h 4901532"/>
              <a:gd name="connsiteX0" fmla="*/ 0 w 5085831"/>
              <a:gd name="connsiteY0" fmla="*/ 0 h 4901532"/>
              <a:gd name="connsiteX1" fmla="*/ 5085831 w 5085831"/>
              <a:gd name="connsiteY1" fmla="*/ 0 h 4901532"/>
              <a:gd name="connsiteX2" fmla="*/ 4118677 w 5085831"/>
              <a:gd name="connsiteY2" fmla="*/ 4901532 h 4901532"/>
              <a:gd name="connsiteX3" fmla="*/ 0 w 5085831"/>
              <a:gd name="connsiteY3" fmla="*/ 4901532 h 4901532"/>
              <a:gd name="connsiteX4" fmla="*/ 0 w 5085831"/>
              <a:gd name="connsiteY4" fmla="*/ 0 h 4901532"/>
              <a:gd name="connsiteX0" fmla="*/ 0 w 5121576"/>
              <a:gd name="connsiteY0" fmla="*/ 0 h 4901532"/>
              <a:gd name="connsiteX1" fmla="*/ 5121576 w 5121576"/>
              <a:gd name="connsiteY1" fmla="*/ 0 h 4901532"/>
              <a:gd name="connsiteX2" fmla="*/ 4118677 w 5121576"/>
              <a:gd name="connsiteY2" fmla="*/ 4901532 h 4901532"/>
              <a:gd name="connsiteX3" fmla="*/ 0 w 5121576"/>
              <a:gd name="connsiteY3" fmla="*/ 4901532 h 4901532"/>
              <a:gd name="connsiteX4" fmla="*/ 0 w 5121576"/>
              <a:gd name="connsiteY4" fmla="*/ 0 h 4901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1576" h="4901532">
                <a:moveTo>
                  <a:pt x="0" y="0"/>
                </a:moveTo>
                <a:lnTo>
                  <a:pt x="5121576" y="0"/>
                </a:lnTo>
                <a:lnTo>
                  <a:pt x="4118677" y="4901532"/>
                </a:lnTo>
                <a:lnTo>
                  <a:pt x="0" y="49015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 dirty="0" smtClean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8" name="Platshållare för bild 2"/>
          <p:cNvSpPr>
            <a:spLocks noGrp="1"/>
          </p:cNvSpPr>
          <p:nvPr>
            <p:ph type="pic" idx="13" hasCustomPrompt="1"/>
          </p:nvPr>
        </p:nvSpPr>
        <p:spPr>
          <a:xfrm>
            <a:off x="4667012" y="-39558"/>
            <a:ext cx="4485250" cy="2452327"/>
          </a:xfrm>
          <a:custGeom>
            <a:avLst/>
            <a:gdLst>
              <a:gd name="connsiteX0" fmla="*/ 0 w 4461060"/>
              <a:gd name="connsiteY0" fmla="*/ 0 h 2527200"/>
              <a:gd name="connsiteX1" fmla="*/ 4461060 w 4461060"/>
              <a:gd name="connsiteY1" fmla="*/ 0 h 2527200"/>
              <a:gd name="connsiteX2" fmla="*/ 4461060 w 4461060"/>
              <a:gd name="connsiteY2" fmla="*/ 2527200 h 2527200"/>
              <a:gd name="connsiteX3" fmla="*/ 0 w 4461060"/>
              <a:gd name="connsiteY3" fmla="*/ 2527200 h 2527200"/>
              <a:gd name="connsiteX4" fmla="*/ 0 w 4461060"/>
              <a:gd name="connsiteY4" fmla="*/ 0 h 2527200"/>
              <a:gd name="connsiteX0" fmla="*/ 475488 w 4461060"/>
              <a:gd name="connsiteY0" fmla="*/ 0 h 2534515"/>
              <a:gd name="connsiteX1" fmla="*/ 4461060 w 4461060"/>
              <a:gd name="connsiteY1" fmla="*/ 7315 h 2534515"/>
              <a:gd name="connsiteX2" fmla="*/ 4461060 w 4461060"/>
              <a:gd name="connsiteY2" fmla="*/ 2534515 h 2534515"/>
              <a:gd name="connsiteX3" fmla="*/ 0 w 4461060"/>
              <a:gd name="connsiteY3" fmla="*/ 2534515 h 2534515"/>
              <a:gd name="connsiteX4" fmla="*/ 475488 w 4461060"/>
              <a:gd name="connsiteY4" fmla="*/ 0 h 2534515"/>
              <a:gd name="connsiteX0" fmla="*/ 495808 w 4481380"/>
              <a:gd name="connsiteY0" fmla="*/ 0 h 2541544"/>
              <a:gd name="connsiteX1" fmla="*/ 4481380 w 4481380"/>
              <a:gd name="connsiteY1" fmla="*/ 7315 h 2541544"/>
              <a:gd name="connsiteX2" fmla="*/ 4481380 w 4481380"/>
              <a:gd name="connsiteY2" fmla="*/ 2534515 h 2541544"/>
              <a:gd name="connsiteX3" fmla="*/ 0 w 4481380"/>
              <a:gd name="connsiteY3" fmla="*/ 2541544 h 2541544"/>
              <a:gd name="connsiteX4" fmla="*/ 495808 w 4481380"/>
              <a:gd name="connsiteY4" fmla="*/ 0 h 2541544"/>
              <a:gd name="connsiteX0" fmla="*/ 475488 w 4461060"/>
              <a:gd name="connsiteY0" fmla="*/ 0 h 2534516"/>
              <a:gd name="connsiteX1" fmla="*/ 4461060 w 4461060"/>
              <a:gd name="connsiteY1" fmla="*/ 7315 h 2534516"/>
              <a:gd name="connsiteX2" fmla="*/ 4461060 w 4461060"/>
              <a:gd name="connsiteY2" fmla="*/ 2534515 h 2534516"/>
              <a:gd name="connsiteX3" fmla="*/ 0 w 4461060"/>
              <a:gd name="connsiteY3" fmla="*/ 2534516 h 2534516"/>
              <a:gd name="connsiteX4" fmla="*/ 475488 w 4461060"/>
              <a:gd name="connsiteY4" fmla="*/ 0 h 2534516"/>
              <a:gd name="connsiteX0" fmla="*/ 475488 w 4461060"/>
              <a:gd name="connsiteY0" fmla="*/ 14412 h 2548928"/>
              <a:gd name="connsiteX1" fmla="*/ 4461060 w 4461060"/>
              <a:gd name="connsiteY1" fmla="*/ 0 h 2548928"/>
              <a:gd name="connsiteX2" fmla="*/ 4461060 w 4461060"/>
              <a:gd name="connsiteY2" fmla="*/ 2548927 h 2548928"/>
              <a:gd name="connsiteX3" fmla="*/ 0 w 4461060"/>
              <a:gd name="connsiteY3" fmla="*/ 2548928 h 2548928"/>
              <a:gd name="connsiteX4" fmla="*/ 475488 w 4461060"/>
              <a:gd name="connsiteY4" fmla="*/ 14412 h 2548928"/>
              <a:gd name="connsiteX0" fmla="*/ 475488 w 4465293"/>
              <a:gd name="connsiteY0" fmla="*/ 0 h 2534516"/>
              <a:gd name="connsiteX1" fmla="*/ 4465293 w 4465293"/>
              <a:gd name="connsiteY1" fmla="*/ 3158 h 2534516"/>
              <a:gd name="connsiteX2" fmla="*/ 4461060 w 4465293"/>
              <a:gd name="connsiteY2" fmla="*/ 2534515 h 2534516"/>
              <a:gd name="connsiteX3" fmla="*/ 0 w 4465293"/>
              <a:gd name="connsiteY3" fmla="*/ 2534516 h 2534516"/>
              <a:gd name="connsiteX4" fmla="*/ 475488 w 4465293"/>
              <a:gd name="connsiteY4" fmla="*/ 0 h 2534516"/>
              <a:gd name="connsiteX0" fmla="*/ 475488 w 4465293"/>
              <a:gd name="connsiteY0" fmla="*/ 10019 h 2544535"/>
              <a:gd name="connsiteX1" fmla="*/ 4465293 w 4465293"/>
              <a:gd name="connsiteY1" fmla="*/ 0 h 2544535"/>
              <a:gd name="connsiteX2" fmla="*/ 4461060 w 4465293"/>
              <a:gd name="connsiteY2" fmla="*/ 2544534 h 2544535"/>
              <a:gd name="connsiteX3" fmla="*/ 0 w 4465293"/>
              <a:gd name="connsiteY3" fmla="*/ 2544535 h 2544535"/>
              <a:gd name="connsiteX4" fmla="*/ 475488 w 4465293"/>
              <a:gd name="connsiteY4" fmla="*/ 10019 h 2544535"/>
              <a:gd name="connsiteX0" fmla="*/ 479722 w 4465293"/>
              <a:gd name="connsiteY0" fmla="*/ 1234 h 2544535"/>
              <a:gd name="connsiteX1" fmla="*/ 4465293 w 4465293"/>
              <a:gd name="connsiteY1" fmla="*/ 0 h 2544535"/>
              <a:gd name="connsiteX2" fmla="*/ 4461060 w 4465293"/>
              <a:gd name="connsiteY2" fmla="*/ 2544534 h 2544535"/>
              <a:gd name="connsiteX3" fmla="*/ 0 w 4465293"/>
              <a:gd name="connsiteY3" fmla="*/ 2544535 h 2544535"/>
              <a:gd name="connsiteX4" fmla="*/ 479722 w 4465293"/>
              <a:gd name="connsiteY4" fmla="*/ 1234 h 2544535"/>
              <a:gd name="connsiteX0" fmla="*/ 492422 w 4477993"/>
              <a:gd name="connsiteY0" fmla="*/ 1234 h 2544535"/>
              <a:gd name="connsiteX1" fmla="*/ 4477993 w 4477993"/>
              <a:gd name="connsiteY1" fmla="*/ 0 h 2544535"/>
              <a:gd name="connsiteX2" fmla="*/ 4473760 w 4477993"/>
              <a:gd name="connsiteY2" fmla="*/ 2544534 h 2544535"/>
              <a:gd name="connsiteX3" fmla="*/ 0 w 4477993"/>
              <a:gd name="connsiteY3" fmla="*/ 2544535 h 2544535"/>
              <a:gd name="connsiteX4" fmla="*/ 492422 w 4477993"/>
              <a:gd name="connsiteY4" fmla="*/ 1234 h 2544535"/>
              <a:gd name="connsiteX0" fmla="*/ 475489 w 4477993"/>
              <a:gd name="connsiteY0" fmla="*/ 1234 h 2544535"/>
              <a:gd name="connsiteX1" fmla="*/ 4477993 w 4477993"/>
              <a:gd name="connsiteY1" fmla="*/ 0 h 2544535"/>
              <a:gd name="connsiteX2" fmla="*/ 4473760 w 4477993"/>
              <a:gd name="connsiteY2" fmla="*/ 2544534 h 2544535"/>
              <a:gd name="connsiteX3" fmla="*/ 0 w 4477993"/>
              <a:gd name="connsiteY3" fmla="*/ 2544535 h 2544535"/>
              <a:gd name="connsiteX4" fmla="*/ 475489 w 4477993"/>
              <a:gd name="connsiteY4" fmla="*/ 1234 h 2544535"/>
              <a:gd name="connsiteX0" fmla="*/ 482746 w 4485250"/>
              <a:gd name="connsiteY0" fmla="*/ 1234 h 2544535"/>
              <a:gd name="connsiteX1" fmla="*/ 4485250 w 4485250"/>
              <a:gd name="connsiteY1" fmla="*/ 0 h 2544535"/>
              <a:gd name="connsiteX2" fmla="*/ 4481017 w 4485250"/>
              <a:gd name="connsiteY2" fmla="*/ 2544534 h 2544535"/>
              <a:gd name="connsiteX3" fmla="*/ 0 w 4485250"/>
              <a:gd name="connsiteY3" fmla="*/ 2544535 h 2544535"/>
              <a:gd name="connsiteX4" fmla="*/ 482746 w 4485250"/>
              <a:gd name="connsiteY4" fmla="*/ 1234 h 254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5250" h="2544535">
                <a:moveTo>
                  <a:pt x="482746" y="1234"/>
                </a:moveTo>
                <a:lnTo>
                  <a:pt x="4485250" y="0"/>
                </a:lnTo>
                <a:lnTo>
                  <a:pt x="4481017" y="2544534"/>
                </a:lnTo>
                <a:lnTo>
                  <a:pt x="0" y="2544535"/>
                </a:lnTo>
                <a:lnTo>
                  <a:pt x="482746" y="123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67CC9675-0A3A-AE48-903C-5FCADEDF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9C9A4922-5DAA-9C4B-9A1B-07072382A760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230FC82C-985F-4149-AED4-5427E239C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0" name="Platshållare för sidfot 5">
            <a:extLst>
              <a:ext uri="{FF2B5EF4-FFF2-40B4-BE49-F238E27FC236}">
                <a16:creationId xmlns:a16="http://schemas.microsoft.com/office/drawing/2014/main" id="{ED787354-171D-1142-A370-44BEBEA7F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5415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tshållare för bild 2"/>
          <p:cNvSpPr>
            <a:spLocks noGrp="1"/>
          </p:cNvSpPr>
          <p:nvPr>
            <p:ph type="pic" idx="14" hasCustomPrompt="1"/>
          </p:nvPr>
        </p:nvSpPr>
        <p:spPr>
          <a:xfrm>
            <a:off x="0" y="2404495"/>
            <a:ext cx="2952000" cy="2471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20" name="Platshållare för bild 2"/>
          <p:cNvSpPr>
            <a:spLocks noGrp="1"/>
          </p:cNvSpPr>
          <p:nvPr>
            <p:ph type="pic" idx="22" hasCustomPrompt="1"/>
          </p:nvPr>
        </p:nvSpPr>
        <p:spPr>
          <a:xfrm>
            <a:off x="6182970" y="2404495"/>
            <a:ext cx="2952000" cy="2471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21" name="Platshållare för bild 2"/>
          <p:cNvSpPr>
            <a:spLocks noGrp="1"/>
          </p:cNvSpPr>
          <p:nvPr>
            <p:ph type="pic" idx="23" hasCustomPrompt="1"/>
          </p:nvPr>
        </p:nvSpPr>
        <p:spPr>
          <a:xfrm>
            <a:off x="3078000" y="2404495"/>
            <a:ext cx="2988000" cy="2471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1" name="Platshållare för bild 2"/>
          <p:cNvSpPr>
            <a:spLocks noGrp="1"/>
          </p:cNvSpPr>
          <p:nvPr>
            <p:ph type="pic" idx="13" hasCustomPrompt="1"/>
          </p:nvPr>
        </p:nvSpPr>
        <p:spPr>
          <a:xfrm>
            <a:off x="0" y="-25526"/>
            <a:ext cx="9144000" cy="23235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B2A26AB6-3C18-7245-97AD-6C51FCF4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874248C6-42C5-0941-8DE9-EBAD5523C2D6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9729D238-1210-8843-B444-13E7A8F76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0" name="Platshållare för sidfot 5">
            <a:extLst>
              <a:ext uri="{FF2B5EF4-FFF2-40B4-BE49-F238E27FC236}">
                <a16:creationId xmlns:a16="http://schemas.microsoft.com/office/drawing/2014/main" id="{56F35F71-9266-734F-BD00-4AF995FC6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2070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tshållare för bild 2"/>
          <p:cNvSpPr>
            <a:spLocks noGrp="1"/>
          </p:cNvSpPr>
          <p:nvPr>
            <p:ph type="pic" idx="14" hasCustomPrompt="1"/>
          </p:nvPr>
        </p:nvSpPr>
        <p:spPr>
          <a:xfrm>
            <a:off x="0" y="2042169"/>
            <a:ext cx="2988000" cy="28338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20" name="Platshållare för bild 2"/>
          <p:cNvSpPr>
            <a:spLocks noGrp="1"/>
          </p:cNvSpPr>
          <p:nvPr>
            <p:ph type="pic" idx="22" hasCustomPrompt="1"/>
          </p:nvPr>
        </p:nvSpPr>
        <p:spPr>
          <a:xfrm>
            <a:off x="6156000" y="2042169"/>
            <a:ext cx="2988000" cy="28338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21" name="Platshållare för bild 2"/>
          <p:cNvSpPr>
            <a:spLocks noGrp="1"/>
          </p:cNvSpPr>
          <p:nvPr>
            <p:ph type="pic" idx="23" hasCustomPrompt="1"/>
          </p:nvPr>
        </p:nvSpPr>
        <p:spPr>
          <a:xfrm>
            <a:off x="3078000" y="2042169"/>
            <a:ext cx="2988000" cy="28338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5" name="Rubrik 2">
            <a:extLst>
              <a:ext uri="{FF2B5EF4-FFF2-40B4-BE49-F238E27FC236}">
                <a16:creationId xmlns:a16="http://schemas.microsoft.com/office/drawing/2014/main" id="{C49C3724-8070-F842-B31B-36A4963D1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60" y="561307"/>
            <a:ext cx="7920880" cy="612308"/>
          </a:xfrm>
        </p:spPr>
        <p:txBody>
          <a:bodyPr/>
          <a:lstStyle>
            <a:lvl1pPr algn="ctr"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0" name="Platshållare för text 14">
            <a:extLst>
              <a:ext uri="{FF2B5EF4-FFF2-40B4-BE49-F238E27FC236}">
                <a16:creationId xmlns:a16="http://schemas.microsoft.com/office/drawing/2014/main" id="{BE8CCE30-3394-A348-BE98-DAB5C200856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1560" y="1303091"/>
            <a:ext cx="7920880" cy="914400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sv-SE" dirty="0" err="1"/>
              <a:t>Subtitle</a:t>
            </a:r>
            <a:endParaRPr lang="sv-SE" dirty="0"/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EE6818EB-D3CF-B549-818E-685AC03ED0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8D13818-C1CB-B943-803E-DFCAFFAD2DB1}" type="datetime1">
              <a:rPr lang="sv-SE" smtClean="0"/>
              <a:t>2026-05-08</a:t>
            </a:fld>
            <a:endParaRPr lang="sv-SE"/>
          </a:p>
        </p:txBody>
      </p:sp>
      <p:sp>
        <p:nvSpPr>
          <p:cNvPr id="14" name="Platshållare för bildnummer 2">
            <a:extLst>
              <a:ext uri="{FF2B5EF4-FFF2-40B4-BE49-F238E27FC236}">
                <a16:creationId xmlns:a16="http://schemas.microsoft.com/office/drawing/2014/main" id="{E231FFA6-542F-B545-8A09-F3A433CDF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1" name="Platshållare för sidfot 5">
            <a:extLst>
              <a:ext uri="{FF2B5EF4-FFF2-40B4-BE49-F238E27FC236}">
                <a16:creationId xmlns:a16="http://schemas.microsoft.com/office/drawing/2014/main" id="{D29A4B67-0C48-3444-A632-25A6B432A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7222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16A352EF-9E87-684B-B0B1-4140CC0EC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435EF793-EBE9-BB49-AACC-47D03D92F560}" type="datetime1">
              <a:rPr lang="sv-SE" smtClean="0"/>
              <a:t>2026-05-08</a:t>
            </a:fld>
            <a:endParaRPr lang="sv-SE"/>
          </a:p>
        </p:txBody>
      </p:sp>
      <p:sp>
        <p:nvSpPr>
          <p:cNvPr id="8" name="Platshållare för bildnummer 2">
            <a:extLst>
              <a:ext uri="{FF2B5EF4-FFF2-40B4-BE49-F238E27FC236}">
                <a16:creationId xmlns:a16="http://schemas.microsoft.com/office/drawing/2014/main" id="{F016390A-FB9D-7F44-935B-12E854DFA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5" name="Platshållare för sidfot 5">
            <a:extLst>
              <a:ext uri="{FF2B5EF4-FFF2-40B4-BE49-F238E27FC236}">
                <a16:creationId xmlns:a16="http://schemas.microsoft.com/office/drawing/2014/main" id="{FB1CF51C-49C2-0D41-971E-897A9CDA9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6065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B05F932-23FA-7342-91DB-0289499287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3327594"/>
            <a:ext cx="7831350" cy="900340"/>
          </a:xfrm>
        </p:spPr>
        <p:txBody>
          <a:bodyPr anchor="t" anchorCtr="0"/>
          <a:lstStyle>
            <a:lvl1pPr algn="ctr">
              <a:defRPr sz="2000" b="1"/>
            </a:lvl1pPr>
          </a:lstStyle>
          <a:p>
            <a:r>
              <a:rPr lang="sv-SE" dirty="0"/>
              <a:t>VISIT OUR WEBSITE</a:t>
            </a:r>
            <a:br>
              <a:rPr lang="sv-SE" dirty="0"/>
            </a:br>
            <a:r>
              <a:rPr lang="sv-SE" dirty="0" err="1"/>
              <a:t>www.gu.se</a:t>
            </a:r>
            <a:endParaRPr lang="sv-SE" dirty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F32AE8B7-53CD-8341-AFDB-A21375C75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86D83B15-D927-6A45-A56C-5E734E63BCB8}" type="datetime1">
              <a:rPr lang="sv-SE" smtClean="0"/>
              <a:t>2026-05-08</a:t>
            </a:fld>
            <a:endParaRPr lang="sv-SE"/>
          </a:p>
        </p:txBody>
      </p:sp>
      <p:sp>
        <p:nvSpPr>
          <p:cNvPr id="10" name="Platshållare för bildnummer 2">
            <a:extLst>
              <a:ext uri="{FF2B5EF4-FFF2-40B4-BE49-F238E27FC236}">
                <a16:creationId xmlns:a16="http://schemas.microsoft.com/office/drawing/2014/main" id="{9EBC6C9A-73E4-AA42-9288-65DEFB644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9" name="Platshållare för sidfot 5">
            <a:extLst>
              <a:ext uri="{FF2B5EF4-FFF2-40B4-BE49-F238E27FC236}">
                <a16:creationId xmlns:a16="http://schemas.microsoft.com/office/drawing/2014/main" id="{05970BDB-759E-A541-940F-3D7EDF4A1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7BE12CD4-12BA-BB4E-AEC3-04E73722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25423" y="922582"/>
            <a:ext cx="1888668" cy="194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1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rtsida A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684000" y="1706400"/>
            <a:ext cx="7848440" cy="857250"/>
          </a:xfrm>
        </p:spPr>
        <p:txBody>
          <a:bodyPr anchor="t" anchorCtr="0"/>
          <a:lstStyle>
            <a:lvl1pPr algn="l">
              <a:defRPr sz="4800" b="1" i="0" cap="all" baseline="0">
                <a:latin typeface="Arial Narrow" panose="020B0606020202030204" pitchFamily="34" charset="0"/>
              </a:defRPr>
            </a:lvl1pPr>
          </a:lstStyle>
          <a:p>
            <a:r>
              <a:rPr lang="sv-SE" noProof="0" dirty="0" err="1"/>
              <a:t>PRESENTATIONENs</a:t>
            </a:r>
            <a:r>
              <a:rPr lang="sv-SE" noProof="0" dirty="0"/>
              <a:t> </a:t>
            </a:r>
            <a:r>
              <a:rPr lang="sv-SE" noProof="0" dirty="0" err="1"/>
              <a:t>titEl</a:t>
            </a:r>
            <a:r>
              <a:rPr lang="sv-SE" noProof="0" dirty="0"/>
              <a:t> Alternativ A (VIT)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4000" y="4522457"/>
            <a:ext cx="7920000" cy="162167"/>
          </a:xfrm>
        </p:spPr>
        <p:txBody>
          <a:bodyPr t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cap="all" baseline="0">
                <a:latin typeface="Arial Narrow"/>
              </a:defRPr>
            </a:lvl1pPr>
          </a:lstStyle>
          <a:p>
            <a:pPr lvl="0"/>
            <a:r>
              <a:rPr lang="sv-SE" dirty="0"/>
              <a:t>Klicka och Skriv in namn och titel</a:t>
            </a:r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2BB9E09E-4907-3445-AB24-C69171EA5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60CEAD9-8A42-3145-93AE-0067A74856B6}" type="datetime1">
              <a:rPr lang="sv-SE" smtClean="0"/>
              <a:t>2026-05-08</a:t>
            </a:fld>
            <a:endParaRPr lang="sv-SE" dirty="0"/>
          </a:p>
        </p:txBody>
      </p:sp>
      <p:sp>
        <p:nvSpPr>
          <p:cNvPr id="11" name="Platshållare för bildnummer 2">
            <a:extLst>
              <a:ext uri="{FF2B5EF4-FFF2-40B4-BE49-F238E27FC236}">
                <a16:creationId xmlns:a16="http://schemas.microsoft.com/office/drawing/2014/main" id="{3DD233DD-6473-8649-9984-CB65FDED8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12" name="Platshållare för sidfot 5">
            <a:extLst>
              <a:ext uri="{FF2B5EF4-FFF2-40B4-BE49-F238E27FC236}">
                <a16:creationId xmlns:a16="http://schemas.microsoft.com/office/drawing/2014/main" id="{0EE82D6B-AC60-6245-9B4E-C96D2EEE5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95736" y="4956931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2C5797E3-1704-D845-9CA9-17D2ABC150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029" y="0"/>
            <a:ext cx="842728" cy="86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19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ch två bilder (alt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5112000" cy="2989462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lvl="0"/>
            <a:r>
              <a:rPr lang="sv-SE" dirty="0"/>
              <a:t>Skriv in din 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4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5654769" y="-278219"/>
            <a:ext cx="3489231" cy="2527200"/>
          </a:xfrm>
          <a:custGeom>
            <a:avLst/>
            <a:gdLst>
              <a:gd name="connsiteX0" fmla="*/ 0 w 2992081"/>
              <a:gd name="connsiteY0" fmla="*/ 0 h 2527200"/>
              <a:gd name="connsiteX1" fmla="*/ 2992081 w 2992081"/>
              <a:gd name="connsiteY1" fmla="*/ 0 h 2527200"/>
              <a:gd name="connsiteX2" fmla="*/ 2992081 w 2992081"/>
              <a:gd name="connsiteY2" fmla="*/ 2527200 h 2527200"/>
              <a:gd name="connsiteX3" fmla="*/ 0 w 2992081"/>
              <a:gd name="connsiteY3" fmla="*/ 2527200 h 2527200"/>
              <a:gd name="connsiteX4" fmla="*/ 0 w 2992081"/>
              <a:gd name="connsiteY4" fmla="*/ 0 h 2527200"/>
              <a:gd name="connsiteX0" fmla="*/ 0 w 3489231"/>
              <a:gd name="connsiteY0" fmla="*/ 0 h 2527200"/>
              <a:gd name="connsiteX1" fmla="*/ 3489231 w 3489231"/>
              <a:gd name="connsiteY1" fmla="*/ 0 h 2527200"/>
              <a:gd name="connsiteX2" fmla="*/ 3489231 w 3489231"/>
              <a:gd name="connsiteY2" fmla="*/ 2527200 h 2527200"/>
              <a:gd name="connsiteX3" fmla="*/ 497150 w 3489231"/>
              <a:gd name="connsiteY3" fmla="*/ 2527200 h 2527200"/>
              <a:gd name="connsiteX4" fmla="*/ 0 w 3489231"/>
              <a:gd name="connsiteY4" fmla="*/ 0 h 2527200"/>
              <a:gd name="connsiteX0" fmla="*/ 0 w 3489231"/>
              <a:gd name="connsiteY0" fmla="*/ 0 h 2532366"/>
              <a:gd name="connsiteX1" fmla="*/ 3489231 w 3489231"/>
              <a:gd name="connsiteY1" fmla="*/ 0 h 2532366"/>
              <a:gd name="connsiteX2" fmla="*/ 3489231 w 3489231"/>
              <a:gd name="connsiteY2" fmla="*/ 2527200 h 2532366"/>
              <a:gd name="connsiteX3" fmla="*/ 352499 w 3489231"/>
              <a:gd name="connsiteY3" fmla="*/ 2532366 h 2532366"/>
              <a:gd name="connsiteX4" fmla="*/ 0 w 3489231"/>
              <a:gd name="connsiteY4" fmla="*/ 0 h 2532366"/>
              <a:gd name="connsiteX0" fmla="*/ 0 w 3489231"/>
              <a:gd name="connsiteY0" fmla="*/ 0 h 2527200"/>
              <a:gd name="connsiteX1" fmla="*/ 3489231 w 3489231"/>
              <a:gd name="connsiteY1" fmla="*/ 0 h 2527200"/>
              <a:gd name="connsiteX2" fmla="*/ 3489231 w 3489231"/>
              <a:gd name="connsiteY2" fmla="*/ 2527200 h 2527200"/>
              <a:gd name="connsiteX3" fmla="*/ 331835 w 3489231"/>
              <a:gd name="connsiteY3" fmla="*/ 2465206 h 2527200"/>
              <a:gd name="connsiteX4" fmla="*/ 0 w 3489231"/>
              <a:gd name="connsiteY4" fmla="*/ 0 h 2527200"/>
              <a:gd name="connsiteX0" fmla="*/ 0 w 3489231"/>
              <a:gd name="connsiteY0" fmla="*/ 0 h 2532366"/>
              <a:gd name="connsiteX1" fmla="*/ 3489231 w 3489231"/>
              <a:gd name="connsiteY1" fmla="*/ 0 h 2532366"/>
              <a:gd name="connsiteX2" fmla="*/ 3489231 w 3489231"/>
              <a:gd name="connsiteY2" fmla="*/ 2527200 h 2532366"/>
              <a:gd name="connsiteX3" fmla="*/ 347333 w 3489231"/>
              <a:gd name="connsiteY3" fmla="*/ 2532366 h 2532366"/>
              <a:gd name="connsiteX4" fmla="*/ 0 w 3489231"/>
              <a:gd name="connsiteY4" fmla="*/ 0 h 2532366"/>
              <a:gd name="connsiteX0" fmla="*/ 0 w 3489231"/>
              <a:gd name="connsiteY0" fmla="*/ 0 h 2527200"/>
              <a:gd name="connsiteX1" fmla="*/ 3489231 w 3489231"/>
              <a:gd name="connsiteY1" fmla="*/ 0 h 2527200"/>
              <a:gd name="connsiteX2" fmla="*/ 3489231 w 3489231"/>
              <a:gd name="connsiteY2" fmla="*/ 2527200 h 2527200"/>
              <a:gd name="connsiteX3" fmla="*/ 347333 w 3489231"/>
              <a:gd name="connsiteY3" fmla="*/ 2522033 h 2527200"/>
              <a:gd name="connsiteX4" fmla="*/ 0 w 3489231"/>
              <a:gd name="connsiteY4" fmla="*/ 0 h 252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9231" h="2527200">
                <a:moveTo>
                  <a:pt x="0" y="0"/>
                </a:moveTo>
                <a:lnTo>
                  <a:pt x="3489231" y="0"/>
                </a:lnTo>
                <a:lnTo>
                  <a:pt x="3489231" y="2527200"/>
                </a:lnTo>
                <a:lnTo>
                  <a:pt x="347333" y="252203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/>
              <a:t>Klicka på ikonen</a:t>
            </a:r>
            <a:br>
              <a:rPr lang="sv-SE" noProof="0" dirty="0"/>
            </a:br>
            <a:br>
              <a:rPr lang="sv-SE" noProof="0" dirty="0"/>
            </a:br>
            <a:r>
              <a:rPr lang="sv-SE" noProof="0" dirty="0"/>
              <a:t>för att lägga till en bild</a:t>
            </a:r>
          </a:p>
        </p:txBody>
      </p:sp>
      <p:sp>
        <p:nvSpPr>
          <p:cNvPr id="9" name="Platshållare för bild 7">
            <a:extLst>
              <a:ext uri="{FF2B5EF4-FFF2-40B4-BE49-F238E27FC236}">
                <a16:creationId xmlns:a16="http://schemas.microsoft.com/office/drawing/2014/main" id="{C6E7842F-5E6D-0D4E-95D1-DF406180B4C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22766" y="2352973"/>
            <a:ext cx="3128242" cy="2525223"/>
          </a:xfrm>
          <a:custGeom>
            <a:avLst/>
            <a:gdLst>
              <a:gd name="connsiteX0" fmla="*/ 0 w 2992081"/>
              <a:gd name="connsiteY0" fmla="*/ 0 h 2527200"/>
              <a:gd name="connsiteX1" fmla="*/ 2992081 w 2992081"/>
              <a:gd name="connsiteY1" fmla="*/ 0 h 2527200"/>
              <a:gd name="connsiteX2" fmla="*/ 2992081 w 2992081"/>
              <a:gd name="connsiteY2" fmla="*/ 2527200 h 2527200"/>
              <a:gd name="connsiteX3" fmla="*/ 0 w 2992081"/>
              <a:gd name="connsiteY3" fmla="*/ 2527200 h 2527200"/>
              <a:gd name="connsiteX4" fmla="*/ 0 w 2992081"/>
              <a:gd name="connsiteY4" fmla="*/ 0 h 2527200"/>
              <a:gd name="connsiteX0" fmla="*/ 0 w 3121234"/>
              <a:gd name="connsiteY0" fmla="*/ 0 h 2527200"/>
              <a:gd name="connsiteX1" fmla="*/ 3121234 w 3121234"/>
              <a:gd name="connsiteY1" fmla="*/ 0 h 2527200"/>
              <a:gd name="connsiteX2" fmla="*/ 3121234 w 3121234"/>
              <a:gd name="connsiteY2" fmla="*/ 2527200 h 2527200"/>
              <a:gd name="connsiteX3" fmla="*/ 129153 w 3121234"/>
              <a:gd name="connsiteY3" fmla="*/ 2527200 h 2527200"/>
              <a:gd name="connsiteX4" fmla="*/ 0 w 3121234"/>
              <a:gd name="connsiteY4" fmla="*/ 0 h 2527200"/>
              <a:gd name="connsiteX0" fmla="*/ 0 w 3121234"/>
              <a:gd name="connsiteY0" fmla="*/ 0 h 2527200"/>
              <a:gd name="connsiteX1" fmla="*/ 3121234 w 3121234"/>
              <a:gd name="connsiteY1" fmla="*/ 0 h 2527200"/>
              <a:gd name="connsiteX2" fmla="*/ 3121234 w 3121234"/>
              <a:gd name="connsiteY2" fmla="*/ 2527200 h 2527200"/>
              <a:gd name="connsiteX3" fmla="*/ 361628 w 3121234"/>
              <a:gd name="connsiteY3" fmla="*/ 2527200 h 2527200"/>
              <a:gd name="connsiteX4" fmla="*/ 0 w 3121234"/>
              <a:gd name="connsiteY4" fmla="*/ 0 h 2527200"/>
              <a:gd name="connsiteX0" fmla="*/ 0 w 3121234"/>
              <a:gd name="connsiteY0" fmla="*/ 0 h 2527200"/>
              <a:gd name="connsiteX1" fmla="*/ 3121234 w 3121234"/>
              <a:gd name="connsiteY1" fmla="*/ 0 h 2527200"/>
              <a:gd name="connsiteX2" fmla="*/ 3121234 w 3121234"/>
              <a:gd name="connsiteY2" fmla="*/ 2527200 h 2527200"/>
              <a:gd name="connsiteX3" fmla="*/ 355877 w 3121234"/>
              <a:gd name="connsiteY3" fmla="*/ 2515698 h 2527200"/>
              <a:gd name="connsiteX4" fmla="*/ 0 w 3121234"/>
              <a:gd name="connsiteY4" fmla="*/ 0 h 2527200"/>
              <a:gd name="connsiteX0" fmla="*/ 0 w 3121234"/>
              <a:gd name="connsiteY0" fmla="*/ 0 h 2521449"/>
              <a:gd name="connsiteX1" fmla="*/ 3121234 w 3121234"/>
              <a:gd name="connsiteY1" fmla="*/ 0 h 2521449"/>
              <a:gd name="connsiteX2" fmla="*/ 3115483 w 3121234"/>
              <a:gd name="connsiteY2" fmla="*/ 2521449 h 2521449"/>
              <a:gd name="connsiteX3" fmla="*/ 355877 w 3121234"/>
              <a:gd name="connsiteY3" fmla="*/ 2515698 h 2521449"/>
              <a:gd name="connsiteX4" fmla="*/ 0 w 3121234"/>
              <a:gd name="connsiteY4" fmla="*/ 0 h 2521449"/>
              <a:gd name="connsiteX0" fmla="*/ 0 w 3121234"/>
              <a:gd name="connsiteY0" fmla="*/ 0 h 2525223"/>
              <a:gd name="connsiteX1" fmla="*/ 3121234 w 3121234"/>
              <a:gd name="connsiteY1" fmla="*/ 0 h 2525223"/>
              <a:gd name="connsiteX2" fmla="*/ 3115483 w 3121234"/>
              <a:gd name="connsiteY2" fmla="*/ 2521449 h 2525223"/>
              <a:gd name="connsiteX3" fmla="*/ 355877 w 3121234"/>
              <a:gd name="connsiteY3" fmla="*/ 2525223 h 2525223"/>
              <a:gd name="connsiteX4" fmla="*/ 0 w 3121234"/>
              <a:gd name="connsiteY4" fmla="*/ 0 h 2525223"/>
              <a:gd name="connsiteX0" fmla="*/ 0 w 3121234"/>
              <a:gd name="connsiteY0" fmla="*/ 0 h 2525223"/>
              <a:gd name="connsiteX1" fmla="*/ 3121234 w 3121234"/>
              <a:gd name="connsiteY1" fmla="*/ 0 h 2525223"/>
              <a:gd name="connsiteX2" fmla="*/ 3118658 w 3121234"/>
              <a:gd name="connsiteY2" fmla="*/ 2524624 h 2525223"/>
              <a:gd name="connsiteX3" fmla="*/ 355877 w 3121234"/>
              <a:gd name="connsiteY3" fmla="*/ 2525223 h 2525223"/>
              <a:gd name="connsiteX4" fmla="*/ 0 w 3121234"/>
              <a:gd name="connsiteY4" fmla="*/ 0 h 2525223"/>
              <a:gd name="connsiteX0" fmla="*/ 0 w 3128242"/>
              <a:gd name="connsiteY0" fmla="*/ 0 h 2525223"/>
              <a:gd name="connsiteX1" fmla="*/ 3121234 w 3128242"/>
              <a:gd name="connsiteY1" fmla="*/ 0 h 2525223"/>
              <a:gd name="connsiteX2" fmla="*/ 3128183 w 3128242"/>
              <a:gd name="connsiteY2" fmla="*/ 2524624 h 2525223"/>
              <a:gd name="connsiteX3" fmla="*/ 355877 w 3128242"/>
              <a:gd name="connsiteY3" fmla="*/ 2525223 h 2525223"/>
              <a:gd name="connsiteX4" fmla="*/ 0 w 3128242"/>
              <a:gd name="connsiteY4" fmla="*/ 0 h 2525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8242" h="2525223">
                <a:moveTo>
                  <a:pt x="0" y="0"/>
                </a:moveTo>
                <a:lnTo>
                  <a:pt x="3121234" y="0"/>
                </a:lnTo>
                <a:cubicBezTo>
                  <a:pt x="3120375" y="841541"/>
                  <a:pt x="3129042" y="1683083"/>
                  <a:pt x="3128183" y="2524624"/>
                </a:cubicBezTo>
                <a:lnTo>
                  <a:pt x="355877" y="252522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/>
              <a:t>Klicka på ikonen</a:t>
            </a:r>
            <a:br>
              <a:rPr lang="sv-SE" noProof="0" dirty="0"/>
            </a:br>
            <a:br>
              <a:rPr lang="sv-SE" noProof="0" dirty="0"/>
            </a:br>
            <a:r>
              <a:rPr lang="sv-SE" noProof="0" dirty="0"/>
              <a:t>för att lägga till en bild</a:t>
            </a:r>
          </a:p>
        </p:txBody>
      </p:sp>
      <p:sp>
        <p:nvSpPr>
          <p:cNvPr id="10" name="Rubrik 5">
            <a:extLst>
              <a:ext uri="{FF2B5EF4-FFF2-40B4-BE49-F238E27FC236}">
                <a16:creationId xmlns:a16="http://schemas.microsoft.com/office/drawing/2014/main" id="{14C9355C-85B6-E949-9803-F69815A94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04000"/>
            <a:ext cx="4970769" cy="569407"/>
          </a:xfrm>
        </p:spPr>
        <p:txBody>
          <a:bodyPr anchor="t" anchorCtr="0"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A808CDFB-1996-ED41-AEFA-E11EE320B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5FC8CA70-8D8E-5F47-B427-2B110B7C9C24}" type="datetime1">
              <a:rPr lang="sv-SE" smtClean="0"/>
              <a:t>2026-05-08</a:t>
            </a:fld>
            <a:endParaRPr lang="sv-SE" dirty="0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82E61496-463F-F642-85A2-F91A39C54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15" name="Platshållare för sidfot 5">
            <a:extLst>
              <a:ext uri="{FF2B5EF4-FFF2-40B4-BE49-F238E27FC236}">
                <a16:creationId xmlns:a16="http://schemas.microsoft.com/office/drawing/2014/main" id="{AB6D92A2-3D6A-FC4B-B61F-9131B2062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95736" y="4956931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223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yra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tshållare för bild 2"/>
          <p:cNvSpPr>
            <a:spLocks noGrp="1"/>
          </p:cNvSpPr>
          <p:nvPr>
            <p:ph type="pic" idx="14" hasCustomPrompt="1"/>
          </p:nvPr>
        </p:nvSpPr>
        <p:spPr>
          <a:xfrm>
            <a:off x="0" y="2404495"/>
            <a:ext cx="2952000" cy="24715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/>
              <a:t>Klicka på ikonen</a:t>
            </a:r>
            <a:br>
              <a:rPr lang="sv-SE" noProof="0" dirty="0"/>
            </a:br>
            <a:br>
              <a:rPr lang="sv-SE" noProof="0" dirty="0"/>
            </a:br>
            <a:r>
              <a:rPr lang="sv-SE" noProof="0" dirty="0"/>
              <a:t>för att lägga till en bild</a:t>
            </a:r>
          </a:p>
        </p:txBody>
      </p:sp>
      <p:sp>
        <p:nvSpPr>
          <p:cNvPr id="20" name="Platshållare för bild 2"/>
          <p:cNvSpPr>
            <a:spLocks noGrp="1"/>
          </p:cNvSpPr>
          <p:nvPr>
            <p:ph type="pic" idx="22" hasCustomPrompt="1"/>
          </p:nvPr>
        </p:nvSpPr>
        <p:spPr>
          <a:xfrm>
            <a:off x="6182970" y="2404495"/>
            <a:ext cx="2952000" cy="24715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/>
              <a:t>Klicka på ikonen</a:t>
            </a:r>
            <a:br>
              <a:rPr lang="sv-SE" noProof="0" dirty="0"/>
            </a:br>
            <a:br>
              <a:rPr lang="sv-SE" noProof="0" dirty="0"/>
            </a:br>
            <a:r>
              <a:rPr lang="sv-SE" noProof="0" dirty="0"/>
              <a:t>för att lägga till en bild</a:t>
            </a:r>
          </a:p>
        </p:txBody>
      </p:sp>
      <p:sp>
        <p:nvSpPr>
          <p:cNvPr id="21" name="Platshållare för bild 2"/>
          <p:cNvSpPr>
            <a:spLocks noGrp="1"/>
          </p:cNvSpPr>
          <p:nvPr>
            <p:ph type="pic" idx="23" hasCustomPrompt="1"/>
          </p:nvPr>
        </p:nvSpPr>
        <p:spPr>
          <a:xfrm>
            <a:off x="3078000" y="2404495"/>
            <a:ext cx="2988000" cy="24715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/>
              <a:t>Klicka på ikonen</a:t>
            </a:r>
            <a:br>
              <a:rPr lang="sv-SE" noProof="0" dirty="0"/>
            </a:br>
            <a:br>
              <a:rPr lang="sv-SE" noProof="0" dirty="0"/>
            </a:br>
            <a:r>
              <a:rPr lang="sv-SE" noProof="0" dirty="0"/>
              <a:t>för att lägga till en bild</a:t>
            </a:r>
          </a:p>
        </p:txBody>
      </p:sp>
      <p:sp>
        <p:nvSpPr>
          <p:cNvPr id="11" name="Platshållare för bild 2"/>
          <p:cNvSpPr>
            <a:spLocks noGrp="1"/>
          </p:cNvSpPr>
          <p:nvPr>
            <p:ph type="pic" idx="13" hasCustomPrompt="1"/>
          </p:nvPr>
        </p:nvSpPr>
        <p:spPr>
          <a:xfrm>
            <a:off x="0" y="-25526"/>
            <a:ext cx="9144000" cy="232357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/>
              <a:t>Klicka på ikonen</a:t>
            </a:r>
            <a:br>
              <a:rPr lang="sv-SE" noProof="0" dirty="0"/>
            </a:br>
            <a:br>
              <a:rPr lang="sv-SE" noProof="0" dirty="0"/>
            </a:br>
            <a:r>
              <a:rPr lang="sv-SE" noProof="0" dirty="0"/>
              <a:t>för att lägga till en bild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5BC60CE0-8086-2945-99A4-CEE1CF41D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F4DE100E-1762-A54A-A47E-1B57B7AA6706}" type="datetime1">
              <a:rPr lang="sv-SE" smtClean="0"/>
              <a:t>2026-05-08</a:t>
            </a:fld>
            <a:endParaRPr lang="sv-SE" dirty="0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A94D78A8-7403-944A-9E9F-0B037DB22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14" name="Platshållare för sidfot 5">
            <a:extLst>
              <a:ext uri="{FF2B5EF4-FFF2-40B4-BE49-F238E27FC236}">
                <a16:creationId xmlns:a16="http://schemas.microsoft.com/office/drawing/2014/main" id="{5E33751B-BF97-A849-AD2B-2E9B13B99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95736" y="4956931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3758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ch två bilder (al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-383"/>
            <a:ext cx="2992081" cy="2445380"/>
          </a:xfrm>
          <a:custGeom>
            <a:avLst/>
            <a:gdLst>
              <a:gd name="connsiteX0" fmla="*/ 0 w 2992081"/>
              <a:gd name="connsiteY0" fmla="*/ 0 h 2504044"/>
              <a:gd name="connsiteX1" fmla="*/ 2992081 w 2992081"/>
              <a:gd name="connsiteY1" fmla="*/ 0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  <a:gd name="connsiteX0" fmla="*/ 0 w 2992081"/>
              <a:gd name="connsiteY0" fmla="*/ 0 h 2504044"/>
              <a:gd name="connsiteX1" fmla="*/ 2719707 w 2992081"/>
              <a:gd name="connsiteY1" fmla="*/ 19456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  <a:gd name="connsiteX0" fmla="*/ 0 w 2992081"/>
              <a:gd name="connsiteY0" fmla="*/ 0 h 2504044"/>
              <a:gd name="connsiteX1" fmla="*/ 2719707 w 2992081"/>
              <a:gd name="connsiteY1" fmla="*/ 9728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  <a:gd name="connsiteX0" fmla="*/ 0 w 2992081"/>
              <a:gd name="connsiteY0" fmla="*/ 0 h 2504044"/>
              <a:gd name="connsiteX1" fmla="*/ 2729435 w 2992081"/>
              <a:gd name="connsiteY1" fmla="*/ 0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2081" h="2504044">
                <a:moveTo>
                  <a:pt x="0" y="0"/>
                </a:moveTo>
                <a:lnTo>
                  <a:pt x="2729435" y="0"/>
                </a:lnTo>
                <a:lnTo>
                  <a:pt x="2992081" y="2504044"/>
                </a:lnTo>
                <a:lnTo>
                  <a:pt x="0" y="25040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/>
              <a:t>Klicka på ikonen</a:t>
            </a:r>
            <a:br>
              <a:rPr lang="sv-SE" noProof="0" dirty="0"/>
            </a:br>
            <a:br>
              <a:rPr lang="sv-SE" noProof="0" dirty="0"/>
            </a:br>
            <a:r>
              <a:rPr lang="sv-SE" noProof="0" dirty="0"/>
              <a:t>för att lägga till en bild</a:t>
            </a:r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3559921" y="1440000"/>
            <a:ext cx="5184000" cy="2989462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lvl="0"/>
            <a:r>
              <a:rPr lang="sv-SE" dirty="0"/>
              <a:t>Skriv in din 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2" name="Platshållare för bild 7">
            <a:extLst>
              <a:ext uri="{FF2B5EF4-FFF2-40B4-BE49-F238E27FC236}">
                <a16:creationId xmlns:a16="http://schemas.microsoft.com/office/drawing/2014/main" id="{CDA96045-4293-124F-BA2E-05F28A48A70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-1" y="2571750"/>
            <a:ext cx="3332549" cy="2304000"/>
          </a:xfrm>
          <a:custGeom>
            <a:avLst/>
            <a:gdLst>
              <a:gd name="connsiteX0" fmla="*/ 0 w 2992081"/>
              <a:gd name="connsiteY0" fmla="*/ 0 h 2329782"/>
              <a:gd name="connsiteX1" fmla="*/ 2992081 w 2992081"/>
              <a:gd name="connsiteY1" fmla="*/ 0 h 2329782"/>
              <a:gd name="connsiteX2" fmla="*/ 2992081 w 2992081"/>
              <a:gd name="connsiteY2" fmla="*/ 2329782 h 2329782"/>
              <a:gd name="connsiteX3" fmla="*/ 0 w 2992081"/>
              <a:gd name="connsiteY3" fmla="*/ 2329782 h 2329782"/>
              <a:gd name="connsiteX4" fmla="*/ 0 w 2992081"/>
              <a:gd name="connsiteY4" fmla="*/ 0 h 2329782"/>
              <a:gd name="connsiteX0" fmla="*/ 0 w 3449281"/>
              <a:gd name="connsiteY0" fmla="*/ 0 h 2329782"/>
              <a:gd name="connsiteX1" fmla="*/ 2992081 w 3449281"/>
              <a:gd name="connsiteY1" fmla="*/ 0 h 2329782"/>
              <a:gd name="connsiteX2" fmla="*/ 3449281 w 3449281"/>
              <a:gd name="connsiteY2" fmla="*/ 2329782 h 2329782"/>
              <a:gd name="connsiteX3" fmla="*/ 0 w 3449281"/>
              <a:gd name="connsiteY3" fmla="*/ 2329782 h 2329782"/>
              <a:gd name="connsiteX4" fmla="*/ 0 w 3449281"/>
              <a:gd name="connsiteY4" fmla="*/ 0 h 2329782"/>
              <a:gd name="connsiteX0" fmla="*/ 0 w 3400643"/>
              <a:gd name="connsiteY0" fmla="*/ 0 h 2329782"/>
              <a:gd name="connsiteX1" fmla="*/ 2992081 w 3400643"/>
              <a:gd name="connsiteY1" fmla="*/ 0 h 2329782"/>
              <a:gd name="connsiteX2" fmla="*/ 3400643 w 3400643"/>
              <a:gd name="connsiteY2" fmla="*/ 2329782 h 2329782"/>
              <a:gd name="connsiteX3" fmla="*/ 0 w 3400643"/>
              <a:gd name="connsiteY3" fmla="*/ 2329782 h 2329782"/>
              <a:gd name="connsiteX4" fmla="*/ 0 w 3400643"/>
              <a:gd name="connsiteY4" fmla="*/ 0 h 2329782"/>
              <a:gd name="connsiteX0" fmla="*/ 0 w 3371460"/>
              <a:gd name="connsiteY0" fmla="*/ 0 h 2329782"/>
              <a:gd name="connsiteX1" fmla="*/ 2992081 w 3371460"/>
              <a:gd name="connsiteY1" fmla="*/ 0 h 2329782"/>
              <a:gd name="connsiteX2" fmla="*/ 3371460 w 3371460"/>
              <a:gd name="connsiteY2" fmla="*/ 2329782 h 2329782"/>
              <a:gd name="connsiteX3" fmla="*/ 0 w 3371460"/>
              <a:gd name="connsiteY3" fmla="*/ 2329782 h 2329782"/>
              <a:gd name="connsiteX4" fmla="*/ 0 w 3371460"/>
              <a:gd name="connsiteY4" fmla="*/ 0 h 2329782"/>
              <a:gd name="connsiteX0" fmla="*/ 0 w 3332549"/>
              <a:gd name="connsiteY0" fmla="*/ 0 h 2329782"/>
              <a:gd name="connsiteX1" fmla="*/ 2992081 w 3332549"/>
              <a:gd name="connsiteY1" fmla="*/ 0 h 2329782"/>
              <a:gd name="connsiteX2" fmla="*/ 3332549 w 3332549"/>
              <a:gd name="connsiteY2" fmla="*/ 2329782 h 2329782"/>
              <a:gd name="connsiteX3" fmla="*/ 0 w 3332549"/>
              <a:gd name="connsiteY3" fmla="*/ 2329782 h 2329782"/>
              <a:gd name="connsiteX4" fmla="*/ 0 w 3332549"/>
              <a:gd name="connsiteY4" fmla="*/ 0 h 2329782"/>
              <a:gd name="connsiteX0" fmla="*/ 0 w 3332549"/>
              <a:gd name="connsiteY0" fmla="*/ 0 h 2329782"/>
              <a:gd name="connsiteX1" fmla="*/ 3021264 w 3332549"/>
              <a:gd name="connsiteY1" fmla="*/ 0 h 2329782"/>
              <a:gd name="connsiteX2" fmla="*/ 3332549 w 3332549"/>
              <a:gd name="connsiteY2" fmla="*/ 2329782 h 2329782"/>
              <a:gd name="connsiteX3" fmla="*/ 0 w 3332549"/>
              <a:gd name="connsiteY3" fmla="*/ 2329782 h 2329782"/>
              <a:gd name="connsiteX4" fmla="*/ 0 w 3332549"/>
              <a:gd name="connsiteY4" fmla="*/ 0 h 2329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2549" h="2329782">
                <a:moveTo>
                  <a:pt x="0" y="0"/>
                </a:moveTo>
                <a:lnTo>
                  <a:pt x="3021264" y="0"/>
                </a:lnTo>
                <a:lnTo>
                  <a:pt x="3332549" y="2329782"/>
                </a:lnTo>
                <a:lnTo>
                  <a:pt x="0" y="232978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dirty="0"/>
              <a:t>Klicka på ikonen</a:t>
            </a:r>
            <a:br>
              <a:rPr lang="sv-SE" noProof="0" dirty="0"/>
            </a:br>
            <a:br>
              <a:rPr lang="sv-SE" noProof="0" dirty="0"/>
            </a:br>
            <a:r>
              <a:rPr lang="sv-SE" noProof="0" dirty="0"/>
              <a:t>för att lägga till en bild</a:t>
            </a:r>
          </a:p>
        </p:txBody>
      </p:sp>
      <p:sp>
        <p:nvSpPr>
          <p:cNvPr id="9" name="Rubrik 5">
            <a:extLst>
              <a:ext uri="{FF2B5EF4-FFF2-40B4-BE49-F238E27FC236}">
                <a16:creationId xmlns:a16="http://schemas.microsoft.com/office/drawing/2014/main" id="{25204F60-9D72-B54D-8C7F-43065DDA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920" y="504000"/>
            <a:ext cx="4955429" cy="569407"/>
          </a:xfrm>
        </p:spPr>
        <p:txBody>
          <a:bodyPr anchor="t" anchorCtr="0"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88705450-1784-994B-A077-E8B216022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7EAFAE7-C959-F741-97BC-F529F6D404F1}" type="datetime1">
              <a:rPr lang="sv-SE" smtClean="0"/>
              <a:t>2026-05-08</a:t>
            </a:fld>
            <a:endParaRPr lang="sv-SE" dirty="0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8D175B95-E002-4D4A-8638-3BD36B72C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14" name="Platshållare för sidfot 5">
            <a:extLst>
              <a:ext uri="{FF2B5EF4-FFF2-40B4-BE49-F238E27FC236}">
                <a16:creationId xmlns:a16="http://schemas.microsoft.com/office/drawing/2014/main" id="{DAF6CB31-15A5-FC4B-8E58-58B8D258E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95736" y="4956931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3579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FBAD8799-0A69-934F-BC12-F92EA6B1F1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8BB772C-8988-B14C-900C-13794C00ABC6}" type="datetime1">
              <a:rPr lang="sv-SE" smtClean="0"/>
              <a:t>2026-05-08</a:t>
            </a:fld>
            <a:endParaRPr lang="sv-SE" dirty="0"/>
          </a:p>
        </p:txBody>
      </p:sp>
      <p:sp>
        <p:nvSpPr>
          <p:cNvPr id="8" name="Platshållare för bildnummer 2">
            <a:extLst>
              <a:ext uri="{FF2B5EF4-FFF2-40B4-BE49-F238E27FC236}">
                <a16:creationId xmlns:a16="http://schemas.microsoft.com/office/drawing/2014/main" id="{B1F96E17-5553-4D44-AB98-284BE80CE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9" name="Platshållare för sidfot 5">
            <a:extLst>
              <a:ext uri="{FF2B5EF4-FFF2-40B4-BE49-F238E27FC236}">
                <a16:creationId xmlns:a16="http://schemas.microsoft.com/office/drawing/2014/main" id="{FF64B97F-C4FB-EE4B-A242-1CC59513D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95736" y="4956931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5838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B blac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684000" y="1706400"/>
            <a:ext cx="7848440" cy="857250"/>
          </a:xfrm>
        </p:spPr>
        <p:txBody>
          <a:bodyPr anchor="t" anchorCtr="0"/>
          <a:lstStyle>
            <a:lvl1pPr algn="l">
              <a:defRPr sz="4800" b="1" i="0" cap="none" baseline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GB" noProof="0" dirty="0">
                <a:effectLst/>
              </a:rPr>
              <a:t>Add presentation title </a:t>
            </a:r>
            <a:br>
              <a:rPr lang="en-GB" noProof="0" dirty="0">
                <a:effectLst/>
              </a:rPr>
            </a:br>
            <a:r>
              <a:rPr lang="en-GB" noProof="0" dirty="0">
                <a:effectLst/>
              </a:rPr>
              <a:t>(BLACK background)</a:t>
            </a:r>
            <a:endParaRPr lang="sv-SE" noProof="0" dirty="0"/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4000" y="4522457"/>
            <a:ext cx="7920000" cy="162167"/>
          </a:xfrm>
        </p:spPr>
        <p:txBody>
          <a:bodyPr t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cap="all" baseline="0">
                <a:latin typeface="Arial Narrow"/>
              </a:defRPr>
            </a:lvl1pPr>
          </a:lstStyle>
          <a:p>
            <a:pPr lvl="0"/>
            <a:r>
              <a:rPr lang="en-US" noProof="0" dirty="0"/>
              <a:t>Click to add name and title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DDC4B1F5-6121-7D42-BADF-54C302F43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633CA1B-8F96-384C-B8E2-D3E4A58D2EDA}" type="datetime1">
              <a:rPr lang="sv-SE" smtClean="0"/>
              <a:t>2026-05-08</a:t>
            </a:fld>
            <a:endParaRPr lang="sv-SE"/>
          </a:p>
        </p:txBody>
      </p:sp>
      <p:sp>
        <p:nvSpPr>
          <p:cNvPr id="11" name="Platshållare för bildnummer 2">
            <a:extLst>
              <a:ext uri="{FF2B5EF4-FFF2-40B4-BE49-F238E27FC236}">
                <a16:creationId xmlns:a16="http://schemas.microsoft.com/office/drawing/2014/main" id="{EAF724F5-09E3-D54E-9932-CC940111F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5" name="Platshållare för sidfot 5">
            <a:extLst>
              <a:ext uri="{FF2B5EF4-FFF2-40B4-BE49-F238E27FC236}">
                <a16:creationId xmlns:a16="http://schemas.microsoft.com/office/drawing/2014/main" id="{5824BDD7-8090-4342-A0FB-543B1030C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  <p:pic>
        <p:nvPicPr>
          <p:cNvPr id="9" name="Platshållare för bild 29">
            <a:extLst>
              <a:ext uri="{FF2B5EF4-FFF2-40B4-BE49-F238E27FC236}">
                <a16:creationId xmlns:a16="http://schemas.microsoft.com/office/drawing/2014/main" id="{756FDC4C-92A0-7D4C-A402-83CA278CC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10" b="710"/>
          <a:stretch>
            <a:fillRect/>
          </a:stretch>
        </p:blipFill>
        <p:spPr>
          <a:xfrm>
            <a:off x="676157" y="-4068"/>
            <a:ext cx="858600" cy="87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44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B black 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4"/>
          <p:cNvSpPr>
            <a:spLocks noGrp="1"/>
          </p:cNvSpPr>
          <p:nvPr>
            <p:ph type="title" hasCustomPrompt="1"/>
          </p:nvPr>
        </p:nvSpPr>
        <p:spPr>
          <a:xfrm>
            <a:off x="540000" y="1707654"/>
            <a:ext cx="8064000" cy="594000"/>
          </a:xfrm>
          <a:effectLst/>
        </p:spPr>
        <p:txBody>
          <a:bodyPr vert="horz" lIns="0" tIns="0" rIns="0" bIns="0" rtlCol="0" anchor="t" anchorCtr="0">
            <a:noAutofit/>
          </a:bodyPr>
          <a:lstStyle>
            <a:lvl1pPr marL="0" marR="0" indent="0" algn="ctr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sv-SE" sz="4000" i="0" cap="none" baseline="0" dirty="0">
                <a:solidFill>
                  <a:schemeClr val="bg1">
                    <a:lumMod val="95000"/>
                  </a:schemeClr>
                </a:solidFill>
                <a:effectLst/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New </a:t>
            </a:r>
            <a:r>
              <a:rPr lang="sv-SE" dirty="0" err="1"/>
              <a:t>section</a:t>
            </a:r>
            <a:r>
              <a:rPr lang="sv-SE" dirty="0"/>
              <a:t> </a:t>
            </a:r>
            <a:r>
              <a:rPr lang="sv-SE" dirty="0" err="1"/>
              <a:t>header</a:t>
            </a:r>
            <a:r>
              <a:rPr lang="sv-SE" dirty="0"/>
              <a:t> (BLACK)</a:t>
            </a:r>
          </a:p>
        </p:txBody>
      </p:sp>
      <p:sp>
        <p:nvSpPr>
          <p:cNvPr id="15" name="Platshållare för text 14">
            <a:extLst>
              <a:ext uri="{FF2B5EF4-FFF2-40B4-BE49-F238E27FC236}">
                <a16:creationId xmlns:a16="http://schemas.microsoft.com/office/drawing/2014/main" id="{92958D87-D8D8-704E-9098-0CC3332C56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2499742"/>
            <a:ext cx="7960764" cy="914400"/>
          </a:xfrm>
        </p:spPr>
        <p:txBody>
          <a:bodyPr>
            <a:noAutofit/>
          </a:bodyPr>
          <a:lstStyle>
            <a:lvl1pPr marL="0" indent="0" algn="ctr">
              <a:buNone/>
              <a:defRPr sz="2400" b="0" i="0">
                <a:solidFill>
                  <a:schemeClr val="bg1">
                    <a:lumMod val="9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sv-SE" dirty="0" err="1"/>
              <a:t>Subtitle</a:t>
            </a:r>
            <a:endParaRPr lang="sv-SE" dirty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60FF9D25-7EB2-084D-A0CD-5915F4DAF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835A9FE-044B-F341-9982-960409F2218E}" type="datetime1">
              <a:rPr lang="sv-SE" smtClean="0"/>
              <a:t>2026-05-08</a:t>
            </a:fld>
            <a:endParaRPr lang="sv-SE"/>
          </a:p>
        </p:txBody>
      </p:sp>
      <p:sp>
        <p:nvSpPr>
          <p:cNvPr id="9" name="Platshållare för bildnummer 2">
            <a:extLst>
              <a:ext uri="{FF2B5EF4-FFF2-40B4-BE49-F238E27FC236}">
                <a16:creationId xmlns:a16="http://schemas.microsoft.com/office/drawing/2014/main" id="{1C45DACB-DCF4-9047-8D4A-7BEB55BF5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1" name="Platshållare för sidfot 5">
            <a:extLst>
              <a:ext uri="{FF2B5EF4-FFF2-40B4-BE49-F238E27FC236}">
                <a16:creationId xmlns:a16="http://schemas.microsoft.com/office/drawing/2014/main" id="{A3872B4F-E793-D146-BBDB-F0B354DA8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5871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1" y="1440000"/>
            <a:ext cx="6408279" cy="2939990"/>
          </a:xfrm>
        </p:spPr>
        <p:txBody>
          <a:bodyPr>
            <a:normAutofit/>
          </a:bodyPr>
          <a:lstStyle>
            <a:lvl1pPr marL="216000" indent="-216000"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21600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48000" indent="-21600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4000" indent="-21600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0000" indent="-21600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0" name="Rubrik 5">
            <a:extLst>
              <a:ext uri="{FF2B5EF4-FFF2-40B4-BE49-F238E27FC236}">
                <a16:creationId xmlns:a16="http://schemas.microsoft.com/office/drawing/2014/main" id="{B3AB4A1A-A57A-A74C-B584-46E088ED2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783135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FF2CF21E-92FE-264A-9887-5FCA73293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97650EE1-6141-CB45-951E-2E2B4E5DE4B5}" type="datetime1">
              <a:rPr lang="sv-SE" smtClean="0"/>
              <a:t>2026-05-08</a:t>
            </a:fld>
            <a:endParaRPr lang="sv-SE"/>
          </a:p>
        </p:txBody>
      </p:sp>
      <p:sp>
        <p:nvSpPr>
          <p:cNvPr id="11" name="Platshållare för bildnummer 2">
            <a:extLst>
              <a:ext uri="{FF2B5EF4-FFF2-40B4-BE49-F238E27FC236}">
                <a16:creationId xmlns:a16="http://schemas.microsoft.com/office/drawing/2014/main" id="{4CDB4A09-01C1-4E41-B814-621F6DF5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3" name="Platshållare för sidfot 5">
            <a:extLst>
              <a:ext uri="{FF2B5EF4-FFF2-40B4-BE49-F238E27FC236}">
                <a16:creationId xmlns:a16="http://schemas.microsoft.com/office/drawing/2014/main" id="{A2E81B29-4D7F-DB4B-9479-153DBC320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71921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3816000" cy="2939990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8" name="Platshållare för innehåll 3"/>
          <p:cNvSpPr>
            <a:spLocks noGrp="1"/>
          </p:cNvSpPr>
          <p:nvPr>
            <p:ph sz="quarter" idx="13" hasCustomPrompt="1"/>
          </p:nvPr>
        </p:nvSpPr>
        <p:spPr>
          <a:xfrm>
            <a:off x="4716016" y="1440000"/>
            <a:ext cx="3816000" cy="2939990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9" name="Rubrik 5">
            <a:extLst>
              <a:ext uri="{FF2B5EF4-FFF2-40B4-BE49-F238E27FC236}">
                <a16:creationId xmlns:a16="http://schemas.microsoft.com/office/drawing/2014/main" id="{E9A697CC-9259-9E4A-A6D3-210CEB8670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783135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A0EF5C59-5F28-9B4E-BC75-6ADCD27F8D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F5CC7444-9C3F-514B-93A8-247DF4900A49}" type="datetime1">
              <a:rPr lang="sv-SE" smtClean="0"/>
              <a:t>2026-05-08</a:t>
            </a:fld>
            <a:endParaRPr lang="sv-SE"/>
          </a:p>
        </p:txBody>
      </p:sp>
      <p:sp>
        <p:nvSpPr>
          <p:cNvPr id="12" name="Platshållare för bildnummer 2">
            <a:extLst>
              <a:ext uri="{FF2B5EF4-FFF2-40B4-BE49-F238E27FC236}">
                <a16:creationId xmlns:a16="http://schemas.microsoft.com/office/drawing/2014/main" id="{DE15BC4C-59A5-9242-9C74-17351515A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4" name="Platshållare för sidfot 5">
            <a:extLst>
              <a:ext uri="{FF2B5EF4-FFF2-40B4-BE49-F238E27FC236}">
                <a16:creationId xmlns:a16="http://schemas.microsoft.com/office/drawing/2014/main" id="{A3A83A8D-38D1-CD48-8843-F2E026195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6476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 (al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-383"/>
            <a:ext cx="2992081" cy="2445380"/>
          </a:xfrm>
          <a:custGeom>
            <a:avLst/>
            <a:gdLst>
              <a:gd name="connsiteX0" fmla="*/ 0 w 2992081"/>
              <a:gd name="connsiteY0" fmla="*/ 0 h 2504044"/>
              <a:gd name="connsiteX1" fmla="*/ 2992081 w 2992081"/>
              <a:gd name="connsiteY1" fmla="*/ 0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  <a:gd name="connsiteX0" fmla="*/ 0 w 2992081"/>
              <a:gd name="connsiteY0" fmla="*/ 0 h 2504044"/>
              <a:gd name="connsiteX1" fmla="*/ 2719707 w 2992081"/>
              <a:gd name="connsiteY1" fmla="*/ 19456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  <a:gd name="connsiteX0" fmla="*/ 0 w 2992081"/>
              <a:gd name="connsiteY0" fmla="*/ 0 h 2504044"/>
              <a:gd name="connsiteX1" fmla="*/ 2719707 w 2992081"/>
              <a:gd name="connsiteY1" fmla="*/ 9728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  <a:gd name="connsiteX0" fmla="*/ 0 w 2992081"/>
              <a:gd name="connsiteY0" fmla="*/ 0 h 2504044"/>
              <a:gd name="connsiteX1" fmla="*/ 2729435 w 2992081"/>
              <a:gd name="connsiteY1" fmla="*/ 0 h 2504044"/>
              <a:gd name="connsiteX2" fmla="*/ 2992081 w 2992081"/>
              <a:gd name="connsiteY2" fmla="*/ 2504044 h 2504044"/>
              <a:gd name="connsiteX3" fmla="*/ 0 w 2992081"/>
              <a:gd name="connsiteY3" fmla="*/ 2504044 h 2504044"/>
              <a:gd name="connsiteX4" fmla="*/ 0 w 2992081"/>
              <a:gd name="connsiteY4" fmla="*/ 0 h 2504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2081" h="2504044">
                <a:moveTo>
                  <a:pt x="0" y="0"/>
                </a:moveTo>
                <a:lnTo>
                  <a:pt x="2729435" y="0"/>
                </a:lnTo>
                <a:lnTo>
                  <a:pt x="2992081" y="2504044"/>
                </a:lnTo>
                <a:lnTo>
                  <a:pt x="0" y="25040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3559921" y="1440000"/>
            <a:ext cx="5184000" cy="2989462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2" name="Platshållare för bild 7">
            <a:extLst>
              <a:ext uri="{FF2B5EF4-FFF2-40B4-BE49-F238E27FC236}">
                <a16:creationId xmlns:a16="http://schemas.microsoft.com/office/drawing/2014/main" id="{CDA96045-4293-124F-BA2E-05F28A48A70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-1" y="2571750"/>
            <a:ext cx="3332549" cy="2304000"/>
          </a:xfrm>
          <a:custGeom>
            <a:avLst/>
            <a:gdLst>
              <a:gd name="connsiteX0" fmla="*/ 0 w 2992081"/>
              <a:gd name="connsiteY0" fmla="*/ 0 h 2329782"/>
              <a:gd name="connsiteX1" fmla="*/ 2992081 w 2992081"/>
              <a:gd name="connsiteY1" fmla="*/ 0 h 2329782"/>
              <a:gd name="connsiteX2" fmla="*/ 2992081 w 2992081"/>
              <a:gd name="connsiteY2" fmla="*/ 2329782 h 2329782"/>
              <a:gd name="connsiteX3" fmla="*/ 0 w 2992081"/>
              <a:gd name="connsiteY3" fmla="*/ 2329782 h 2329782"/>
              <a:gd name="connsiteX4" fmla="*/ 0 w 2992081"/>
              <a:gd name="connsiteY4" fmla="*/ 0 h 2329782"/>
              <a:gd name="connsiteX0" fmla="*/ 0 w 3449281"/>
              <a:gd name="connsiteY0" fmla="*/ 0 h 2329782"/>
              <a:gd name="connsiteX1" fmla="*/ 2992081 w 3449281"/>
              <a:gd name="connsiteY1" fmla="*/ 0 h 2329782"/>
              <a:gd name="connsiteX2" fmla="*/ 3449281 w 3449281"/>
              <a:gd name="connsiteY2" fmla="*/ 2329782 h 2329782"/>
              <a:gd name="connsiteX3" fmla="*/ 0 w 3449281"/>
              <a:gd name="connsiteY3" fmla="*/ 2329782 h 2329782"/>
              <a:gd name="connsiteX4" fmla="*/ 0 w 3449281"/>
              <a:gd name="connsiteY4" fmla="*/ 0 h 2329782"/>
              <a:gd name="connsiteX0" fmla="*/ 0 w 3400643"/>
              <a:gd name="connsiteY0" fmla="*/ 0 h 2329782"/>
              <a:gd name="connsiteX1" fmla="*/ 2992081 w 3400643"/>
              <a:gd name="connsiteY1" fmla="*/ 0 h 2329782"/>
              <a:gd name="connsiteX2" fmla="*/ 3400643 w 3400643"/>
              <a:gd name="connsiteY2" fmla="*/ 2329782 h 2329782"/>
              <a:gd name="connsiteX3" fmla="*/ 0 w 3400643"/>
              <a:gd name="connsiteY3" fmla="*/ 2329782 h 2329782"/>
              <a:gd name="connsiteX4" fmla="*/ 0 w 3400643"/>
              <a:gd name="connsiteY4" fmla="*/ 0 h 2329782"/>
              <a:gd name="connsiteX0" fmla="*/ 0 w 3371460"/>
              <a:gd name="connsiteY0" fmla="*/ 0 h 2329782"/>
              <a:gd name="connsiteX1" fmla="*/ 2992081 w 3371460"/>
              <a:gd name="connsiteY1" fmla="*/ 0 h 2329782"/>
              <a:gd name="connsiteX2" fmla="*/ 3371460 w 3371460"/>
              <a:gd name="connsiteY2" fmla="*/ 2329782 h 2329782"/>
              <a:gd name="connsiteX3" fmla="*/ 0 w 3371460"/>
              <a:gd name="connsiteY3" fmla="*/ 2329782 h 2329782"/>
              <a:gd name="connsiteX4" fmla="*/ 0 w 3371460"/>
              <a:gd name="connsiteY4" fmla="*/ 0 h 2329782"/>
              <a:gd name="connsiteX0" fmla="*/ 0 w 3332549"/>
              <a:gd name="connsiteY0" fmla="*/ 0 h 2329782"/>
              <a:gd name="connsiteX1" fmla="*/ 2992081 w 3332549"/>
              <a:gd name="connsiteY1" fmla="*/ 0 h 2329782"/>
              <a:gd name="connsiteX2" fmla="*/ 3332549 w 3332549"/>
              <a:gd name="connsiteY2" fmla="*/ 2329782 h 2329782"/>
              <a:gd name="connsiteX3" fmla="*/ 0 w 3332549"/>
              <a:gd name="connsiteY3" fmla="*/ 2329782 h 2329782"/>
              <a:gd name="connsiteX4" fmla="*/ 0 w 3332549"/>
              <a:gd name="connsiteY4" fmla="*/ 0 h 2329782"/>
              <a:gd name="connsiteX0" fmla="*/ 0 w 3332549"/>
              <a:gd name="connsiteY0" fmla="*/ 0 h 2329782"/>
              <a:gd name="connsiteX1" fmla="*/ 3021264 w 3332549"/>
              <a:gd name="connsiteY1" fmla="*/ 0 h 2329782"/>
              <a:gd name="connsiteX2" fmla="*/ 3332549 w 3332549"/>
              <a:gd name="connsiteY2" fmla="*/ 2329782 h 2329782"/>
              <a:gd name="connsiteX3" fmla="*/ 0 w 3332549"/>
              <a:gd name="connsiteY3" fmla="*/ 2329782 h 2329782"/>
              <a:gd name="connsiteX4" fmla="*/ 0 w 3332549"/>
              <a:gd name="connsiteY4" fmla="*/ 0 h 2329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2549" h="2329782">
                <a:moveTo>
                  <a:pt x="0" y="0"/>
                </a:moveTo>
                <a:lnTo>
                  <a:pt x="3021264" y="0"/>
                </a:lnTo>
                <a:lnTo>
                  <a:pt x="3332549" y="2329782"/>
                </a:lnTo>
                <a:lnTo>
                  <a:pt x="0" y="232978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Rubrik 5">
            <a:extLst>
              <a:ext uri="{FF2B5EF4-FFF2-40B4-BE49-F238E27FC236}">
                <a16:creationId xmlns:a16="http://schemas.microsoft.com/office/drawing/2014/main" id="{25204F60-9D72-B54D-8C7F-43065DDAB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9920" y="504000"/>
            <a:ext cx="4955429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FAB2E288-024E-6444-A2F4-EFB7D7218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DA9CBA1-850A-274D-947E-31AD0DC6B124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1A770A41-0291-9F4C-B77A-62E501A1C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6" name="Platshållare för sidfot 5">
            <a:extLst>
              <a:ext uri="{FF2B5EF4-FFF2-40B4-BE49-F238E27FC236}">
                <a16:creationId xmlns:a16="http://schemas.microsoft.com/office/drawing/2014/main" id="{527F5B02-5D4A-FD45-BF05-6337B29DE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8728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2991600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3347864" y="1440000"/>
            <a:ext cx="5184000" cy="2942564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4A046CDC-B1E2-0B4F-AE67-FFD8B97568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1350" y="504000"/>
            <a:ext cx="518400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F1EF50CF-9760-624D-84E7-586177991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6C56D00-8BE4-E348-9D2B-949A93555853}" type="datetime1">
              <a:rPr lang="sv-SE" smtClean="0"/>
              <a:t>2026-05-08</a:t>
            </a:fld>
            <a:endParaRPr lang="sv-SE"/>
          </a:p>
        </p:txBody>
      </p:sp>
      <p:sp>
        <p:nvSpPr>
          <p:cNvPr id="11" name="Platshållare för bildnummer 2">
            <a:extLst>
              <a:ext uri="{FF2B5EF4-FFF2-40B4-BE49-F238E27FC236}">
                <a16:creationId xmlns:a16="http://schemas.microsoft.com/office/drawing/2014/main" id="{1CF87DC6-2C8E-0F42-AEE4-60768A941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3" name="Platshållare för sidfot 5">
            <a:extLst>
              <a:ext uri="{FF2B5EF4-FFF2-40B4-BE49-F238E27FC236}">
                <a16:creationId xmlns:a16="http://schemas.microsoft.com/office/drawing/2014/main" id="{895FD322-913A-C244-830C-91E3B063B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5511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4572001" cy="48744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 dirty="0" smtClean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4932448" y="1440000"/>
            <a:ext cx="3672000" cy="2989462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E269CEC0-D993-D844-9A1F-87AB9ECBC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448" y="504000"/>
            <a:ext cx="3582902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8799C88F-C3CB-0A48-87D9-7AA164D16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EABC141-9EE9-6B47-80C8-52BA64DC8D56}" type="datetime1">
              <a:rPr lang="sv-SE" smtClean="0"/>
              <a:t>2026-05-08</a:t>
            </a:fld>
            <a:endParaRPr lang="sv-SE"/>
          </a:p>
        </p:txBody>
      </p:sp>
      <p:sp>
        <p:nvSpPr>
          <p:cNvPr id="11" name="Platshållare för bildnummer 2">
            <a:extLst>
              <a:ext uri="{FF2B5EF4-FFF2-40B4-BE49-F238E27FC236}">
                <a16:creationId xmlns:a16="http://schemas.microsoft.com/office/drawing/2014/main" id="{24163AF8-FC50-D541-AA42-F57C70FFA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3" name="Platshållare för sidfot 5">
            <a:extLst>
              <a:ext uri="{FF2B5EF4-FFF2-40B4-BE49-F238E27FC236}">
                <a16:creationId xmlns:a16="http://schemas.microsoft.com/office/drawing/2014/main" id="{B2704FCD-4ABF-5647-9E41-99BC4F7A4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6729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tshållare för bild 7">
            <a:extLst>
              <a:ext uri="{FF2B5EF4-FFF2-40B4-BE49-F238E27FC236}">
                <a16:creationId xmlns:a16="http://schemas.microsoft.com/office/drawing/2014/main" id="{61B5B853-6050-104B-B64B-70CD31ABC8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9618" y="14922"/>
            <a:ext cx="4378848" cy="4876193"/>
          </a:xfrm>
          <a:custGeom>
            <a:avLst/>
            <a:gdLst>
              <a:gd name="connsiteX0" fmla="*/ 0 w 4118677"/>
              <a:gd name="connsiteY0" fmla="*/ 0 h 4901532"/>
              <a:gd name="connsiteX1" fmla="*/ 4118677 w 4118677"/>
              <a:gd name="connsiteY1" fmla="*/ 0 h 4901532"/>
              <a:gd name="connsiteX2" fmla="*/ 4118677 w 4118677"/>
              <a:gd name="connsiteY2" fmla="*/ 4901532 h 4901532"/>
              <a:gd name="connsiteX3" fmla="*/ 0 w 4118677"/>
              <a:gd name="connsiteY3" fmla="*/ 4901532 h 4901532"/>
              <a:gd name="connsiteX4" fmla="*/ 0 w 4118677"/>
              <a:gd name="connsiteY4" fmla="*/ 0 h 4901532"/>
              <a:gd name="connsiteX0" fmla="*/ 0 w 5077039"/>
              <a:gd name="connsiteY0" fmla="*/ 0 h 4901532"/>
              <a:gd name="connsiteX1" fmla="*/ 5077039 w 5077039"/>
              <a:gd name="connsiteY1" fmla="*/ 8792 h 4901532"/>
              <a:gd name="connsiteX2" fmla="*/ 4118677 w 5077039"/>
              <a:gd name="connsiteY2" fmla="*/ 4901532 h 4901532"/>
              <a:gd name="connsiteX3" fmla="*/ 0 w 5077039"/>
              <a:gd name="connsiteY3" fmla="*/ 4901532 h 4901532"/>
              <a:gd name="connsiteX4" fmla="*/ 0 w 5077039"/>
              <a:gd name="connsiteY4" fmla="*/ 0 h 4901532"/>
              <a:gd name="connsiteX0" fmla="*/ 0 w 5085831"/>
              <a:gd name="connsiteY0" fmla="*/ 0 h 4901532"/>
              <a:gd name="connsiteX1" fmla="*/ 5085831 w 5085831"/>
              <a:gd name="connsiteY1" fmla="*/ 0 h 4901532"/>
              <a:gd name="connsiteX2" fmla="*/ 4118677 w 5085831"/>
              <a:gd name="connsiteY2" fmla="*/ 4901532 h 4901532"/>
              <a:gd name="connsiteX3" fmla="*/ 0 w 5085831"/>
              <a:gd name="connsiteY3" fmla="*/ 4901532 h 4901532"/>
              <a:gd name="connsiteX4" fmla="*/ 0 w 5085831"/>
              <a:gd name="connsiteY4" fmla="*/ 0 h 4901532"/>
              <a:gd name="connsiteX0" fmla="*/ 0 w 5121576"/>
              <a:gd name="connsiteY0" fmla="*/ 0 h 4901532"/>
              <a:gd name="connsiteX1" fmla="*/ 5121576 w 5121576"/>
              <a:gd name="connsiteY1" fmla="*/ 0 h 4901532"/>
              <a:gd name="connsiteX2" fmla="*/ 4118677 w 5121576"/>
              <a:gd name="connsiteY2" fmla="*/ 4901532 h 4901532"/>
              <a:gd name="connsiteX3" fmla="*/ 0 w 5121576"/>
              <a:gd name="connsiteY3" fmla="*/ 4901532 h 4901532"/>
              <a:gd name="connsiteX4" fmla="*/ 0 w 5121576"/>
              <a:gd name="connsiteY4" fmla="*/ 0 h 4901532"/>
              <a:gd name="connsiteX0" fmla="*/ 0 w 5710525"/>
              <a:gd name="connsiteY0" fmla="*/ 0 h 4901532"/>
              <a:gd name="connsiteX1" fmla="*/ 5121576 w 5710525"/>
              <a:gd name="connsiteY1" fmla="*/ 0 h 4901532"/>
              <a:gd name="connsiteX2" fmla="*/ 5710525 w 5710525"/>
              <a:gd name="connsiteY2" fmla="*/ 4901532 h 4901532"/>
              <a:gd name="connsiteX3" fmla="*/ 0 w 5710525"/>
              <a:gd name="connsiteY3" fmla="*/ 4901532 h 4901532"/>
              <a:gd name="connsiteX4" fmla="*/ 0 w 5710525"/>
              <a:gd name="connsiteY4" fmla="*/ 0 h 4901532"/>
              <a:gd name="connsiteX0" fmla="*/ 0 w 5719669"/>
              <a:gd name="connsiteY0" fmla="*/ 0 h 4901532"/>
              <a:gd name="connsiteX1" fmla="*/ 5719669 w 5719669"/>
              <a:gd name="connsiteY1" fmla="*/ 9053 h 4901532"/>
              <a:gd name="connsiteX2" fmla="*/ 5710525 w 5719669"/>
              <a:gd name="connsiteY2" fmla="*/ 4901532 h 4901532"/>
              <a:gd name="connsiteX3" fmla="*/ 0 w 5719669"/>
              <a:gd name="connsiteY3" fmla="*/ 4901532 h 4901532"/>
              <a:gd name="connsiteX4" fmla="*/ 0 w 5719669"/>
              <a:gd name="connsiteY4" fmla="*/ 0 h 4901532"/>
              <a:gd name="connsiteX0" fmla="*/ 0 w 5719669"/>
              <a:gd name="connsiteY0" fmla="*/ 0 h 4919639"/>
              <a:gd name="connsiteX1" fmla="*/ 5719669 w 5719669"/>
              <a:gd name="connsiteY1" fmla="*/ 9053 h 4919639"/>
              <a:gd name="connsiteX2" fmla="*/ 5710525 w 5719669"/>
              <a:gd name="connsiteY2" fmla="*/ 4901532 h 4919639"/>
              <a:gd name="connsiteX3" fmla="*/ 1573445 w 5719669"/>
              <a:gd name="connsiteY3" fmla="*/ 4919639 h 4919639"/>
              <a:gd name="connsiteX4" fmla="*/ 0 w 5719669"/>
              <a:gd name="connsiteY4" fmla="*/ 0 h 4919639"/>
              <a:gd name="connsiteX0" fmla="*/ 0 w 5139979"/>
              <a:gd name="connsiteY0" fmla="*/ 9054 h 4910586"/>
              <a:gd name="connsiteX1" fmla="*/ 5139979 w 5139979"/>
              <a:gd name="connsiteY1" fmla="*/ 0 h 4910586"/>
              <a:gd name="connsiteX2" fmla="*/ 5130835 w 5139979"/>
              <a:gd name="connsiteY2" fmla="*/ 4892479 h 4910586"/>
              <a:gd name="connsiteX3" fmla="*/ 993755 w 5139979"/>
              <a:gd name="connsiteY3" fmla="*/ 4910586 h 4910586"/>
              <a:gd name="connsiteX4" fmla="*/ 0 w 5139979"/>
              <a:gd name="connsiteY4" fmla="*/ 9054 h 4910586"/>
              <a:gd name="connsiteX0" fmla="*/ 0 w 5139979"/>
              <a:gd name="connsiteY0" fmla="*/ 9054 h 4901532"/>
              <a:gd name="connsiteX1" fmla="*/ 5139979 w 5139979"/>
              <a:gd name="connsiteY1" fmla="*/ 0 h 4901532"/>
              <a:gd name="connsiteX2" fmla="*/ 5130835 w 5139979"/>
              <a:gd name="connsiteY2" fmla="*/ 4892479 h 4901532"/>
              <a:gd name="connsiteX3" fmla="*/ 993755 w 5139979"/>
              <a:gd name="connsiteY3" fmla="*/ 4901532 h 4901532"/>
              <a:gd name="connsiteX4" fmla="*/ 0 w 5139979"/>
              <a:gd name="connsiteY4" fmla="*/ 9054 h 4901532"/>
              <a:gd name="connsiteX0" fmla="*/ 0 w 5126312"/>
              <a:gd name="connsiteY0" fmla="*/ 2331 h 4901532"/>
              <a:gd name="connsiteX1" fmla="*/ 5126312 w 5126312"/>
              <a:gd name="connsiteY1" fmla="*/ 0 h 4901532"/>
              <a:gd name="connsiteX2" fmla="*/ 5117168 w 5126312"/>
              <a:gd name="connsiteY2" fmla="*/ 4892479 h 4901532"/>
              <a:gd name="connsiteX3" fmla="*/ 980088 w 5126312"/>
              <a:gd name="connsiteY3" fmla="*/ 4901532 h 4901532"/>
              <a:gd name="connsiteX4" fmla="*/ 0 w 5126312"/>
              <a:gd name="connsiteY4" fmla="*/ 2331 h 4901532"/>
              <a:gd name="connsiteX0" fmla="*/ 0 w 5139979"/>
              <a:gd name="connsiteY0" fmla="*/ 0 h 4912648"/>
              <a:gd name="connsiteX1" fmla="*/ 5139979 w 5139979"/>
              <a:gd name="connsiteY1" fmla="*/ 11116 h 4912648"/>
              <a:gd name="connsiteX2" fmla="*/ 5130835 w 5139979"/>
              <a:gd name="connsiteY2" fmla="*/ 4903595 h 4912648"/>
              <a:gd name="connsiteX3" fmla="*/ 993755 w 5139979"/>
              <a:gd name="connsiteY3" fmla="*/ 4912648 h 4912648"/>
              <a:gd name="connsiteX4" fmla="*/ 0 w 5139979"/>
              <a:gd name="connsiteY4" fmla="*/ 0 h 4912648"/>
              <a:gd name="connsiteX0" fmla="*/ 0 w 5126312"/>
              <a:gd name="connsiteY0" fmla="*/ 83013 h 4901532"/>
              <a:gd name="connsiteX1" fmla="*/ 5126312 w 5126312"/>
              <a:gd name="connsiteY1" fmla="*/ 0 h 4901532"/>
              <a:gd name="connsiteX2" fmla="*/ 5117168 w 5126312"/>
              <a:gd name="connsiteY2" fmla="*/ 4892479 h 4901532"/>
              <a:gd name="connsiteX3" fmla="*/ 980088 w 5126312"/>
              <a:gd name="connsiteY3" fmla="*/ 4901532 h 4901532"/>
              <a:gd name="connsiteX4" fmla="*/ 0 w 5126312"/>
              <a:gd name="connsiteY4" fmla="*/ 83013 h 4901532"/>
              <a:gd name="connsiteX0" fmla="*/ 0 w 5119478"/>
              <a:gd name="connsiteY0" fmla="*/ 0 h 4905924"/>
              <a:gd name="connsiteX1" fmla="*/ 5119478 w 5119478"/>
              <a:gd name="connsiteY1" fmla="*/ 4392 h 4905924"/>
              <a:gd name="connsiteX2" fmla="*/ 5110334 w 5119478"/>
              <a:gd name="connsiteY2" fmla="*/ 4896871 h 4905924"/>
              <a:gd name="connsiteX3" fmla="*/ 973254 w 5119478"/>
              <a:gd name="connsiteY3" fmla="*/ 4905924 h 4905924"/>
              <a:gd name="connsiteX4" fmla="*/ 0 w 5119478"/>
              <a:gd name="connsiteY4" fmla="*/ 0 h 4905924"/>
              <a:gd name="connsiteX0" fmla="*/ 0 w 5129396"/>
              <a:gd name="connsiteY0" fmla="*/ 0 h 4905924"/>
              <a:gd name="connsiteX1" fmla="*/ 5119478 w 5129396"/>
              <a:gd name="connsiteY1" fmla="*/ 4392 h 4905924"/>
              <a:gd name="connsiteX2" fmla="*/ 5129396 w 5129396"/>
              <a:gd name="connsiteY2" fmla="*/ 4892181 h 4905924"/>
              <a:gd name="connsiteX3" fmla="*/ 973254 w 5129396"/>
              <a:gd name="connsiteY3" fmla="*/ 4905924 h 4905924"/>
              <a:gd name="connsiteX4" fmla="*/ 0 w 5129396"/>
              <a:gd name="connsiteY4" fmla="*/ 0 h 4905924"/>
              <a:gd name="connsiteX0" fmla="*/ 0 w 5124629"/>
              <a:gd name="connsiteY0" fmla="*/ 0 h 4905924"/>
              <a:gd name="connsiteX1" fmla="*/ 5119478 w 5124629"/>
              <a:gd name="connsiteY1" fmla="*/ 4392 h 4905924"/>
              <a:gd name="connsiteX2" fmla="*/ 5124629 w 5124629"/>
              <a:gd name="connsiteY2" fmla="*/ 4901559 h 4905924"/>
              <a:gd name="connsiteX3" fmla="*/ 973254 w 5124629"/>
              <a:gd name="connsiteY3" fmla="*/ 4905924 h 4905924"/>
              <a:gd name="connsiteX4" fmla="*/ 0 w 5124629"/>
              <a:gd name="connsiteY4" fmla="*/ 0 h 4905924"/>
              <a:gd name="connsiteX0" fmla="*/ 0 w 5129395"/>
              <a:gd name="connsiteY0" fmla="*/ 0 h 4910938"/>
              <a:gd name="connsiteX1" fmla="*/ 5119478 w 5129395"/>
              <a:gd name="connsiteY1" fmla="*/ 4392 h 4910938"/>
              <a:gd name="connsiteX2" fmla="*/ 5129395 w 5129395"/>
              <a:gd name="connsiteY2" fmla="*/ 4910938 h 4910938"/>
              <a:gd name="connsiteX3" fmla="*/ 973254 w 5129395"/>
              <a:gd name="connsiteY3" fmla="*/ 4905924 h 4910938"/>
              <a:gd name="connsiteX4" fmla="*/ 0 w 5129395"/>
              <a:gd name="connsiteY4" fmla="*/ 0 h 4910938"/>
              <a:gd name="connsiteX0" fmla="*/ 0 w 5120105"/>
              <a:gd name="connsiteY0" fmla="*/ 0 h 4915627"/>
              <a:gd name="connsiteX1" fmla="*/ 5119478 w 5120105"/>
              <a:gd name="connsiteY1" fmla="*/ 4392 h 4915627"/>
              <a:gd name="connsiteX2" fmla="*/ 5115098 w 5120105"/>
              <a:gd name="connsiteY2" fmla="*/ 4915627 h 4915627"/>
              <a:gd name="connsiteX3" fmla="*/ 973254 w 5120105"/>
              <a:gd name="connsiteY3" fmla="*/ 4905924 h 4915627"/>
              <a:gd name="connsiteX4" fmla="*/ 0 w 5120105"/>
              <a:gd name="connsiteY4" fmla="*/ 0 h 4915627"/>
              <a:gd name="connsiteX0" fmla="*/ 0 w 5124630"/>
              <a:gd name="connsiteY0" fmla="*/ 0 h 4915627"/>
              <a:gd name="connsiteX1" fmla="*/ 5119478 w 5124630"/>
              <a:gd name="connsiteY1" fmla="*/ 4392 h 4915627"/>
              <a:gd name="connsiteX2" fmla="*/ 5124630 w 5124630"/>
              <a:gd name="connsiteY2" fmla="*/ 4915627 h 4915627"/>
              <a:gd name="connsiteX3" fmla="*/ 973254 w 5124630"/>
              <a:gd name="connsiteY3" fmla="*/ 4905924 h 4915627"/>
              <a:gd name="connsiteX4" fmla="*/ 0 w 5124630"/>
              <a:gd name="connsiteY4" fmla="*/ 0 h 4915627"/>
              <a:gd name="connsiteX0" fmla="*/ 0 w 5120542"/>
              <a:gd name="connsiteY0" fmla="*/ 0 h 4907160"/>
              <a:gd name="connsiteX1" fmla="*/ 5119478 w 5120542"/>
              <a:gd name="connsiteY1" fmla="*/ 4392 h 4907160"/>
              <a:gd name="connsiteX2" fmla="*/ 5120328 w 5120542"/>
              <a:gd name="connsiteY2" fmla="*/ 4907160 h 4907160"/>
              <a:gd name="connsiteX3" fmla="*/ 973254 w 5120542"/>
              <a:gd name="connsiteY3" fmla="*/ 4905924 h 4907160"/>
              <a:gd name="connsiteX4" fmla="*/ 0 w 5120542"/>
              <a:gd name="connsiteY4" fmla="*/ 0 h 4907160"/>
              <a:gd name="connsiteX0" fmla="*/ 0 w 5120542"/>
              <a:gd name="connsiteY0" fmla="*/ 4074 h 4911234"/>
              <a:gd name="connsiteX1" fmla="*/ 5119478 w 5120542"/>
              <a:gd name="connsiteY1" fmla="*/ 0 h 4911234"/>
              <a:gd name="connsiteX2" fmla="*/ 5120328 w 5120542"/>
              <a:gd name="connsiteY2" fmla="*/ 4911234 h 4911234"/>
              <a:gd name="connsiteX3" fmla="*/ 973254 w 5120542"/>
              <a:gd name="connsiteY3" fmla="*/ 4909998 h 4911234"/>
              <a:gd name="connsiteX4" fmla="*/ 0 w 5120542"/>
              <a:gd name="connsiteY4" fmla="*/ 4074 h 4911234"/>
              <a:gd name="connsiteX0" fmla="*/ 0 w 5124845"/>
              <a:gd name="connsiteY0" fmla="*/ 0 h 4919860"/>
              <a:gd name="connsiteX1" fmla="*/ 5123781 w 5124845"/>
              <a:gd name="connsiteY1" fmla="*/ 8626 h 4919860"/>
              <a:gd name="connsiteX2" fmla="*/ 5124631 w 5124845"/>
              <a:gd name="connsiteY2" fmla="*/ 4919860 h 4919860"/>
              <a:gd name="connsiteX3" fmla="*/ 977557 w 5124845"/>
              <a:gd name="connsiteY3" fmla="*/ 4918624 h 4919860"/>
              <a:gd name="connsiteX4" fmla="*/ 0 w 5124845"/>
              <a:gd name="connsiteY4" fmla="*/ 0 h 4919860"/>
              <a:gd name="connsiteX0" fmla="*/ 0 w 5120543"/>
              <a:gd name="connsiteY0" fmla="*/ 0 h 4915626"/>
              <a:gd name="connsiteX1" fmla="*/ 5119479 w 5120543"/>
              <a:gd name="connsiteY1" fmla="*/ 4392 h 4915626"/>
              <a:gd name="connsiteX2" fmla="*/ 5120329 w 5120543"/>
              <a:gd name="connsiteY2" fmla="*/ 4915626 h 4915626"/>
              <a:gd name="connsiteX3" fmla="*/ 973255 w 5120543"/>
              <a:gd name="connsiteY3" fmla="*/ 4914390 h 4915626"/>
              <a:gd name="connsiteX4" fmla="*/ 0 w 5120543"/>
              <a:gd name="connsiteY4" fmla="*/ 0 h 4915626"/>
              <a:gd name="connsiteX0" fmla="*/ 0 w 5120543"/>
              <a:gd name="connsiteY0" fmla="*/ 0 h 4911392"/>
              <a:gd name="connsiteX1" fmla="*/ 5119479 w 5120543"/>
              <a:gd name="connsiteY1" fmla="*/ 158 h 4911392"/>
              <a:gd name="connsiteX2" fmla="*/ 5120329 w 5120543"/>
              <a:gd name="connsiteY2" fmla="*/ 4911392 h 4911392"/>
              <a:gd name="connsiteX3" fmla="*/ 973255 w 5120543"/>
              <a:gd name="connsiteY3" fmla="*/ 4910156 h 4911392"/>
              <a:gd name="connsiteX4" fmla="*/ 0 w 5120543"/>
              <a:gd name="connsiteY4" fmla="*/ 0 h 4911392"/>
              <a:gd name="connsiteX0" fmla="*/ 0 w 5120543"/>
              <a:gd name="connsiteY0" fmla="*/ 0 h 4931928"/>
              <a:gd name="connsiteX1" fmla="*/ 5119479 w 5120543"/>
              <a:gd name="connsiteY1" fmla="*/ 158 h 4931928"/>
              <a:gd name="connsiteX2" fmla="*/ 5120329 w 5120543"/>
              <a:gd name="connsiteY2" fmla="*/ 4911392 h 4931928"/>
              <a:gd name="connsiteX3" fmla="*/ 10719 w 5120543"/>
              <a:gd name="connsiteY3" fmla="*/ 4931928 h 4931928"/>
              <a:gd name="connsiteX4" fmla="*/ 0 w 5120543"/>
              <a:gd name="connsiteY4" fmla="*/ 0 h 4931928"/>
              <a:gd name="connsiteX0" fmla="*/ 0 w 5119489"/>
              <a:gd name="connsiteY0" fmla="*/ 0 h 4931928"/>
              <a:gd name="connsiteX1" fmla="*/ 5119479 w 5119489"/>
              <a:gd name="connsiteY1" fmla="*/ 158 h 4931928"/>
              <a:gd name="connsiteX2" fmla="*/ 4312685 w 5119489"/>
              <a:gd name="connsiteY2" fmla="*/ 4922278 h 4931928"/>
              <a:gd name="connsiteX3" fmla="*/ 10719 w 5119489"/>
              <a:gd name="connsiteY3" fmla="*/ 4931928 h 4931928"/>
              <a:gd name="connsiteX4" fmla="*/ 0 w 5119489"/>
              <a:gd name="connsiteY4" fmla="*/ 0 h 4931928"/>
              <a:gd name="connsiteX0" fmla="*/ 0 w 5119489"/>
              <a:gd name="connsiteY0" fmla="*/ 0 h 4931928"/>
              <a:gd name="connsiteX1" fmla="*/ 5119479 w 5119489"/>
              <a:gd name="connsiteY1" fmla="*/ 158 h 4931928"/>
              <a:gd name="connsiteX2" fmla="*/ 4312685 w 5119489"/>
              <a:gd name="connsiteY2" fmla="*/ 4922278 h 4931928"/>
              <a:gd name="connsiteX3" fmla="*/ 10719 w 5119489"/>
              <a:gd name="connsiteY3" fmla="*/ 4931928 h 4931928"/>
              <a:gd name="connsiteX4" fmla="*/ 0 w 5119489"/>
              <a:gd name="connsiteY4" fmla="*/ 0 h 4931928"/>
              <a:gd name="connsiteX0" fmla="*/ 0 w 5119479"/>
              <a:gd name="connsiteY0" fmla="*/ 0 h 4931928"/>
              <a:gd name="connsiteX1" fmla="*/ 5119479 w 5119479"/>
              <a:gd name="connsiteY1" fmla="*/ 158 h 4931928"/>
              <a:gd name="connsiteX2" fmla="*/ 4312685 w 5119479"/>
              <a:gd name="connsiteY2" fmla="*/ 4922278 h 4931928"/>
              <a:gd name="connsiteX3" fmla="*/ 10719 w 5119479"/>
              <a:gd name="connsiteY3" fmla="*/ 4931928 h 4931928"/>
              <a:gd name="connsiteX4" fmla="*/ 0 w 5119479"/>
              <a:gd name="connsiteY4" fmla="*/ 0 h 4931928"/>
              <a:gd name="connsiteX0" fmla="*/ 0 w 5119479"/>
              <a:gd name="connsiteY0" fmla="*/ 0 h 4922288"/>
              <a:gd name="connsiteX1" fmla="*/ 5119479 w 5119479"/>
              <a:gd name="connsiteY1" fmla="*/ 158 h 4922288"/>
              <a:gd name="connsiteX2" fmla="*/ 4312685 w 5119479"/>
              <a:gd name="connsiteY2" fmla="*/ 4922278 h 4922288"/>
              <a:gd name="connsiteX3" fmla="*/ 10719 w 5119479"/>
              <a:gd name="connsiteY3" fmla="*/ 4914173 h 4922288"/>
              <a:gd name="connsiteX4" fmla="*/ 0 w 5119479"/>
              <a:gd name="connsiteY4" fmla="*/ 0 h 4922288"/>
              <a:gd name="connsiteX0" fmla="*/ 0 w 4713455"/>
              <a:gd name="connsiteY0" fmla="*/ 0 h 4922288"/>
              <a:gd name="connsiteX1" fmla="*/ 4713455 w 4713455"/>
              <a:gd name="connsiteY1" fmla="*/ 158 h 4922288"/>
              <a:gd name="connsiteX2" fmla="*/ 4312685 w 4713455"/>
              <a:gd name="connsiteY2" fmla="*/ 4922278 h 4922288"/>
              <a:gd name="connsiteX3" fmla="*/ 10719 w 4713455"/>
              <a:gd name="connsiteY3" fmla="*/ 4914173 h 4922288"/>
              <a:gd name="connsiteX4" fmla="*/ 0 w 4713455"/>
              <a:gd name="connsiteY4" fmla="*/ 0 h 4922288"/>
              <a:gd name="connsiteX0" fmla="*/ 0 w 4713455"/>
              <a:gd name="connsiteY0" fmla="*/ 0 h 4922288"/>
              <a:gd name="connsiteX1" fmla="*/ 4713455 w 4713455"/>
              <a:gd name="connsiteY1" fmla="*/ 158 h 4922288"/>
              <a:gd name="connsiteX2" fmla="*/ 4078093 w 4713455"/>
              <a:gd name="connsiteY2" fmla="*/ 4922278 h 4922288"/>
              <a:gd name="connsiteX3" fmla="*/ 10719 w 4713455"/>
              <a:gd name="connsiteY3" fmla="*/ 4914173 h 4922288"/>
              <a:gd name="connsiteX4" fmla="*/ 0 w 4713455"/>
              <a:gd name="connsiteY4" fmla="*/ 0 h 4922288"/>
              <a:gd name="connsiteX0" fmla="*/ 0 w 4713455"/>
              <a:gd name="connsiteY0" fmla="*/ 0 h 4914173"/>
              <a:gd name="connsiteX1" fmla="*/ 4713455 w 4713455"/>
              <a:gd name="connsiteY1" fmla="*/ 158 h 4914173"/>
              <a:gd name="connsiteX2" fmla="*/ 4088160 w 4713455"/>
              <a:gd name="connsiteY2" fmla="*/ 4908210 h 4914173"/>
              <a:gd name="connsiteX3" fmla="*/ 10719 w 4713455"/>
              <a:gd name="connsiteY3" fmla="*/ 4914173 h 4914173"/>
              <a:gd name="connsiteX4" fmla="*/ 0 w 4713455"/>
              <a:gd name="connsiteY4" fmla="*/ 0 h 4914173"/>
              <a:gd name="connsiteX0" fmla="*/ 0 w 4713455"/>
              <a:gd name="connsiteY0" fmla="*/ 0 h 4909484"/>
              <a:gd name="connsiteX1" fmla="*/ 4713455 w 4713455"/>
              <a:gd name="connsiteY1" fmla="*/ 158 h 4909484"/>
              <a:gd name="connsiteX2" fmla="*/ 4088160 w 4713455"/>
              <a:gd name="connsiteY2" fmla="*/ 4908210 h 4909484"/>
              <a:gd name="connsiteX3" fmla="*/ 35886 w 4713455"/>
              <a:gd name="connsiteY3" fmla="*/ 4909484 h 4909484"/>
              <a:gd name="connsiteX4" fmla="*/ 0 w 4713455"/>
              <a:gd name="connsiteY4" fmla="*/ 0 h 4909484"/>
              <a:gd name="connsiteX0" fmla="*/ 0 w 4713455"/>
              <a:gd name="connsiteY0" fmla="*/ 0 h 4908220"/>
              <a:gd name="connsiteX1" fmla="*/ 4713455 w 4713455"/>
              <a:gd name="connsiteY1" fmla="*/ 158 h 4908220"/>
              <a:gd name="connsiteX2" fmla="*/ 4088160 w 4713455"/>
              <a:gd name="connsiteY2" fmla="*/ 4908210 h 4908220"/>
              <a:gd name="connsiteX3" fmla="*/ 30853 w 4713455"/>
              <a:gd name="connsiteY3" fmla="*/ 4890727 h 4908220"/>
              <a:gd name="connsiteX4" fmla="*/ 0 w 4713455"/>
              <a:gd name="connsiteY4" fmla="*/ 0 h 4908220"/>
              <a:gd name="connsiteX0" fmla="*/ 0 w 4713455"/>
              <a:gd name="connsiteY0" fmla="*/ 0 h 4908220"/>
              <a:gd name="connsiteX1" fmla="*/ 4713455 w 4713455"/>
              <a:gd name="connsiteY1" fmla="*/ 158 h 4908220"/>
              <a:gd name="connsiteX2" fmla="*/ 4088160 w 4713455"/>
              <a:gd name="connsiteY2" fmla="*/ 4908210 h 4908220"/>
              <a:gd name="connsiteX3" fmla="*/ 30853 w 4713455"/>
              <a:gd name="connsiteY3" fmla="*/ 4904795 h 4908220"/>
              <a:gd name="connsiteX4" fmla="*/ 0 w 4713455"/>
              <a:gd name="connsiteY4" fmla="*/ 0 h 4908220"/>
              <a:gd name="connsiteX0" fmla="*/ 0 w 4713455"/>
              <a:gd name="connsiteY0" fmla="*/ 0 h 4904795"/>
              <a:gd name="connsiteX1" fmla="*/ 4713455 w 4713455"/>
              <a:gd name="connsiteY1" fmla="*/ 158 h 4904795"/>
              <a:gd name="connsiteX2" fmla="*/ 4088160 w 4713455"/>
              <a:gd name="connsiteY2" fmla="*/ 4903521 h 4904795"/>
              <a:gd name="connsiteX3" fmla="*/ 30853 w 4713455"/>
              <a:gd name="connsiteY3" fmla="*/ 4904795 h 4904795"/>
              <a:gd name="connsiteX4" fmla="*/ 0 w 4713455"/>
              <a:gd name="connsiteY4" fmla="*/ 0 h 4904795"/>
              <a:gd name="connsiteX0" fmla="*/ 0 w 4713455"/>
              <a:gd name="connsiteY0" fmla="*/ 0 h 4903531"/>
              <a:gd name="connsiteX1" fmla="*/ 4713455 w 4713455"/>
              <a:gd name="connsiteY1" fmla="*/ 158 h 4903531"/>
              <a:gd name="connsiteX2" fmla="*/ 4088160 w 4713455"/>
              <a:gd name="connsiteY2" fmla="*/ 4903521 h 4903531"/>
              <a:gd name="connsiteX3" fmla="*/ 17708 w 4713455"/>
              <a:gd name="connsiteY3" fmla="*/ 4900712 h 4903531"/>
              <a:gd name="connsiteX4" fmla="*/ 0 w 4713455"/>
              <a:gd name="connsiteY4" fmla="*/ 0 h 4903531"/>
              <a:gd name="connsiteX0" fmla="*/ 0 w 4700309"/>
              <a:gd name="connsiteY0" fmla="*/ 3980 h 4903429"/>
              <a:gd name="connsiteX1" fmla="*/ 4700309 w 4700309"/>
              <a:gd name="connsiteY1" fmla="*/ 56 h 4903429"/>
              <a:gd name="connsiteX2" fmla="*/ 4075014 w 4700309"/>
              <a:gd name="connsiteY2" fmla="*/ 4903419 h 4903429"/>
              <a:gd name="connsiteX3" fmla="*/ 4562 w 4700309"/>
              <a:gd name="connsiteY3" fmla="*/ 4900610 h 4903429"/>
              <a:gd name="connsiteX4" fmla="*/ 0 w 4700309"/>
              <a:gd name="connsiteY4" fmla="*/ 3980 h 4903429"/>
              <a:gd name="connsiteX0" fmla="*/ 0 w 4700309"/>
              <a:gd name="connsiteY0" fmla="*/ 3980 h 4909855"/>
              <a:gd name="connsiteX1" fmla="*/ 4700309 w 4700309"/>
              <a:gd name="connsiteY1" fmla="*/ 56 h 4909855"/>
              <a:gd name="connsiteX2" fmla="*/ 4075014 w 4700309"/>
              <a:gd name="connsiteY2" fmla="*/ 4903419 h 4909855"/>
              <a:gd name="connsiteX3" fmla="*/ 4562 w 4700309"/>
              <a:gd name="connsiteY3" fmla="*/ 4909855 h 4909855"/>
              <a:gd name="connsiteX4" fmla="*/ 0 w 4700309"/>
              <a:gd name="connsiteY4" fmla="*/ 3980 h 4909855"/>
              <a:gd name="connsiteX0" fmla="*/ 0 w 4700309"/>
              <a:gd name="connsiteY0" fmla="*/ 3980 h 4905233"/>
              <a:gd name="connsiteX1" fmla="*/ 4700309 w 4700309"/>
              <a:gd name="connsiteY1" fmla="*/ 56 h 4905233"/>
              <a:gd name="connsiteX2" fmla="*/ 4075014 w 4700309"/>
              <a:gd name="connsiteY2" fmla="*/ 4903419 h 4905233"/>
              <a:gd name="connsiteX3" fmla="*/ 4562 w 4700309"/>
              <a:gd name="connsiteY3" fmla="*/ 4905233 h 4905233"/>
              <a:gd name="connsiteX4" fmla="*/ 0 w 4700309"/>
              <a:gd name="connsiteY4" fmla="*/ 3980 h 4905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0309" h="4905233">
                <a:moveTo>
                  <a:pt x="0" y="3980"/>
                </a:moveTo>
                <a:lnTo>
                  <a:pt x="4700309" y="56"/>
                </a:lnTo>
                <a:cubicBezTo>
                  <a:pt x="4670424" y="-19058"/>
                  <a:pt x="4082772" y="4911647"/>
                  <a:pt x="4075014" y="4903419"/>
                </a:cubicBezTo>
                <a:lnTo>
                  <a:pt x="4562" y="4905233"/>
                </a:lnTo>
                <a:cubicBezTo>
                  <a:pt x="-1341" y="3271662"/>
                  <a:pt x="5903" y="1637551"/>
                  <a:pt x="0" y="398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 dirty="0" smtClean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1270153B-94A6-E744-8BC9-650BC793BEC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92104" y="1440000"/>
            <a:ext cx="3888432" cy="2942564"/>
          </a:xfrm>
        </p:spPr>
        <p:txBody>
          <a:bodyPr/>
          <a:lstStyle>
            <a:lvl1pPr marL="216000" indent="-216000">
              <a:defRPr/>
            </a:lvl1pPr>
            <a:lvl2pPr marL="432000" indent="-216000">
              <a:defRPr/>
            </a:lvl2pPr>
            <a:lvl3pPr marL="648000" indent="-216000">
              <a:defRPr/>
            </a:lvl3pPr>
            <a:lvl4pPr marL="864000" indent="-216000">
              <a:defRPr/>
            </a:lvl4pPr>
            <a:lvl5pPr marL="1080000" indent="-216000">
              <a:defRPr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1" name="Rubrik 5">
            <a:extLst>
              <a:ext uri="{FF2B5EF4-FFF2-40B4-BE49-F238E27FC236}">
                <a16:creationId xmlns:a16="http://schemas.microsoft.com/office/drawing/2014/main" id="{AF8162BA-40E2-2747-A300-C724B1637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0" y="504000"/>
            <a:ext cx="394335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CF485C-7849-A64B-AFE9-3C3BCA20F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0F3E05D-2F2F-9E4C-B08A-6CB2ECB99DF6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F8887C3C-CAC5-4845-B0AB-885DC432E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5" name="Platshållare för sidfot 5">
            <a:extLst>
              <a:ext uri="{FF2B5EF4-FFF2-40B4-BE49-F238E27FC236}">
                <a16:creationId xmlns:a16="http://schemas.microsoft.com/office/drawing/2014/main" id="{C654D40A-377C-924C-A3C0-087B0273B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5131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images (al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5112000" cy="2989462"/>
          </a:xfrm>
        </p:spPr>
        <p:txBody>
          <a:bodyPr/>
          <a:lstStyle>
            <a:lvl1pPr marL="216000" indent="-216000">
              <a:defRPr/>
            </a:lvl1pPr>
            <a:lvl2pPr marL="432000" indent="-216000">
              <a:defRPr/>
            </a:lvl2pPr>
            <a:lvl3pPr marL="648000" indent="-216000">
              <a:defRPr/>
            </a:lvl3pPr>
            <a:lvl4pPr marL="864000" indent="-216000">
              <a:defRPr/>
            </a:lvl4pPr>
            <a:lvl5pPr marL="1080000" indent="-216000">
              <a:defRPr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6151919" y="2912"/>
            <a:ext cx="2992081" cy="1394743"/>
          </a:xfrm>
          <a:custGeom>
            <a:avLst/>
            <a:gdLst>
              <a:gd name="connsiteX0" fmla="*/ 0 w 2992081"/>
              <a:gd name="connsiteY0" fmla="*/ 0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0 w 2992081"/>
              <a:gd name="connsiteY4" fmla="*/ 0 h 1656000"/>
              <a:gd name="connsiteX0" fmla="*/ 200025 w 2992081"/>
              <a:gd name="connsiteY0" fmla="*/ 0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200025 w 2992081"/>
              <a:gd name="connsiteY4" fmla="*/ 0 h 1656000"/>
              <a:gd name="connsiteX0" fmla="*/ 163739 w 2992081"/>
              <a:gd name="connsiteY0" fmla="*/ 261257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163739 w 2992081"/>
              <a:gd name="connsiteY4" fmla="*/ 261257 h 1656000"/>
              <a:gd name="connsiteX0" fmla="*/ 163739 w 2992081"/>
              <a:gd name="connsiteY0" fmla="*/ 0 h 1394743"/>
              <a:gd name="connsiteX1" fmla="*/ 2992081 w 2992081"/>
              <a:gd name="connsiteY1" fmla="*/ 0 h 1394743"/>
              <a:gd name="connsiteX2" fmla="*/ 2992081 w 2992081"/>
              <a:gd name="connsiteY2" fmla="*/ 1394743 h 1394743"/>
              <a:gd name="connsiteX3" fmla="*/ 0 w 2992081"/>
              <a:gd name="connsiteY3" fmla="*/ 1394743 h 1394743"/>
              <a:gd name="connsiteX4" fmla="*/ 163739 w 2992081"/>
              <a:gd name="connsiteY4" fmla="*/ 0 h 1394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2081" h="1394743">
                <a:moveTo>
                  <a:pt x="163739" y="0"/>
                </a:moveTo>
                <a:lnTo>
                  <a:pt x="2992081" y="0"/>
                </a:lnTo>
                <a:lnTo>
                  <a:pt x="2992081" y="1394743"/>
                </a:lnTo>
                <a:lnTo>
                  <a:pt x="0" y="1394743"/>
                </a:lnTo>
                <a:lnTo>
                  <a:pt x="16373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 dirty="0" smtClean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7" name="Platshållare för bild 7"/>
          <p:cNvSpPr>
            <a:spLocks noGrp="1"/>
          </p:cNvSpPr>
          <p:nvPr>
            <p:ph type="pic" sz="quarter" idx="22" hasCustomPrompt="1"/>
          </p:nvPr>
        </p:nvSpPr>
        <p:spPr>
          <a:xfrm>
            <a:off x="5923736" y="1473004"/>
            <a:ext cx="3220266" cy="1656000"/>
          </a:xfrm>
          <a:custGeom>
            <a:avLst/>
            <a:gdLst>
              <a:gd name="connsiteX0" fmla="*/ 0 w 2992081"/>
              <a:gd name="connsiteY0" fmla="*/ 0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0 w 2992081"/>
              <a:gd name="connsiteY4" fmla="*/ 0 h 1656000"/>
              <a:gd name="connsiteX0" fmla="*/ 221456 w 3213537"/>
              <a:gd name="connsiteY0" fmla="*/ 0 h 1670288"/>
              <a:gd name="connsiteX1" fmla="*/ 3213537 w 3213537"/>
              <a:gd name="connsiteY1" fmla="*/ 0 h 1670288"/>
              <a:gd name="connsiteX2" fmla="*/ 3213537 w 3213537"/>
              <a:gd name="connsiteY2" fmla="*/ 1656000 h 1670288"/>
              <a:gd name="connsiteX3" fmla="*/ 0 w 3213537"/>
              <a:gd name="connsiteY3" fmla="*/ 1670288 h 1670288"/>
              <a:gd name="connsiteX4" fmla="*/ 221456 w 3213537"/>
              <a:gd name="connsiteY4" fmla="*/ 0 h 1670288"/>
              <a:gd name="connsiteX0" fmla="*/ 221456 w 3213537"/>
              <a:gd name="connsiteY0" fmla="*/ 0 h 1663145"/>
              <a:gd name="connsiteX1" fmla="*/ 3213537 w 3213537"/>
              <a:gd name="connsiteY1" fmla="*/ 0 h 1663145"/>
              <a:gd name="connsiteX2" fmla="*/ 3213537 w 3213537"/>
              <a:gd name="connsiteY2" fmla="*/ 1656000 h 1663145"/>
              <a:gd name="connsiteX3" fmla="*/ 0 w 3213537"/>
              <a:gd name="connsiteY3" fmla="*/ 1663145 h 1663145"/>
              <a:gd name="connsiteX4" fmla="*/ 221456 w 3213537"/>
              <a:gd name="connsiteY4" fmla="*/ 0 h 1663145"/>
              <a:gd name="connsiteX0" fmla="*/ 214312 w 3206393"/>
              <a:gd name="connsiteY0" fmla="*/ 0 h 1656000"/>
              <a:gd name="connsiteX1" fmla="*/ 3206393 w 3206393"/>
              <a:gd name="connsiteY1" fmla="*/ 0 h 1656000"/>
              <a:gd name="connsiteX2" fmla="*/ 3206393 w 3206393"/>
              <a:gd name="connsiteY2" fmla="*/ 1656000 h 1656000"/>
              <a:gd name="connsiteX3" fmla="*/ 0 w 3206393"/>
              <a:gd name="connsiteY3" fmla="*/ 1641714 h 1656000"/>
              <a:gd name="connsiteX4" fmla="*/ 214312 w 3206393"/>
              <a:gd name="connsiteY4" fmla="*/ 0 h 1656000"/>
              <a:gd name="connsiteX0" fmla="*/ 214312 w 3206393"/>
              <a:gd name="connsiteY0" fmla="*/ 0 h 1656000"/>
              <a:gd name="connsiteX1" fmla="*/ 3206393 w 3206393"/>
              <a:gd name="connsiteY1" fmla="*/ 0 h 1656000"/>
              <a:gd name="connsiteX2" fmla="*/ 3206393 w 3206393"/>
              <a:gd name="connsiteY2" fmla="*/ 1656000 h 1656000"/>
              <a:gd name="connsiteX3" fmla="*/ 0 w 3206393"/>
              <a:gd name="connsiteY3" fmla="*/ 1648858 h 1656000"/>
              <a:gd name="connsiteX4" fmla="*/ 214312 w 3206393"/>
              <a:gd name="connsiteY4" fmla="*/ 0 h 1656000"/>
              <a:gd name="connsiteX0" fmla="*/ 235743 w 3227824"/>
              <a:gd name="connsiteY0" fmla="*/ 0 h 1663145"/>
              <a:gd name="connsiteX1" fmla="*/ 3227824 w 3227824"/>
              <a:gd name="connsiteY1" fmla="*/ 0 h 1663145"/>
              <a:gd name="connsiteX2" fmla="*/ 3227824 w 3227824"/>
              <a:gd name="connsiteY2" fmla="*/ 1656000 h 1663145"/>
              <a:gd name="connsiteX3" fmla="*/ 0 w 3227824"/>
              <a:gd name="connsiteY3" fmla="*/ 1663145 h 1663145"/>
              <a:gd name="connsiteX4" fmla="*/ 235743 w 3227824"/>
              <a:gd name="connsiteY4" fmla="*/ 0 h 1663145"/>
              <a:gd name="connsiteX0" fmla="*/ 224408 w 3227824"/>
              <a:gd name="connsiteY0" fmla="*/ 0 h 1663145"/>
              <a:gd name="connsiteX1" fmla="*/ 3227824 w 3227824"/>
              <a:gd name="connsiteY1" fmla="*/ 0 h 1663145"/>
              <a:gd name="connsiteX2" fmla="*/ 3227824 w 3227824"/>
              <a:gd name="connsiteY2" fmla="*/ 1656000 h 1663145"/>
              <a:gd name="connsiteX3" fmla="*/ 0 w 3227824"/>
              <a:gd name="connsiteY3" fmla="*/ 1663145 h 1663145"/>
              <a:gd name="connsiteX4" fmla="*/ 224408 w 3227824"/>
              <a:gd name="connsiteY4" fmla="*/ 0 h 1663145"/>
              <a:gd name="connsiteX0" fmla="*/ 216851 w 3220267"/>
              <a:gd name="connsiteY0" fmla="*/ 0 h 1659366"/>
              <a:gd name="connsiteX1" fmla="*/ 3220267 w 3220267"/>
              <a:gd name="connsiteY1" fmla="*/ 0 h 1659366"/>
              <a:gd name="connsiteX2" fmla="*/ 3220267 w 3220267"/>
              <a:gd name="connsiteY2" fmla="*/ 1656000 h 1659366"/>
              <a:gd name="connsiteX3" fmla="*/ 0 w 3220267"/>
              <a:gd name="connsiteY3" fmla="*/ 1659366 h 1659366"/>
              <a:gd name="connsiteX4" fmla="*/ 216851 w 3220267"/>
              <a:gd name="connsiteY4" fmla="*/ 0 h 1659366"/>
              <a:gd name="connsiteX0" fmla="*/ 216851 w 3220267"/>
              <a:gd name="connsiteY0" fmla="*/ 0 h 1656000"/>
              <a:gd name="connsiteX1" fmla="*/ 3220267 w 3220267"/>
              <a:gd name="connsiteY1" fmla="*/ 0 h 1656000"/>
              <a:gd name="connsiteX2" fmla="*/ 3220267 w 3220267"/>
              <a:gd name="connsiteY2" fmla="*/ 1656000 h 1656000"/>
              <a:gd name="connsiteX3" fmla="*/ 0 w 3220267"/>
              <a:gd name="connsiteY3" fmla="*/ 1648031 h 1656000"/>
              <a:gd name="connsiteX4" fmla="*/ 216851 w 3220267"/>
              <a:gd name="connsiteY4" fmla="*/ 0 h 1656000"/>
              <a:gd name="connsiteX0" fmla="*/ 247079 w 3250495"/>
              <a:gd name="connsiteY0" fmla="*/ 0 h 1742493"/>
              <a:gd name="connsiteX1" fmla="*/ 3250495 w 3250495"/>
              <a:gd name="connsiteY1" fmla="*/ 0 h 1742493"/>
              <a:gd name="connsiteX2" fmla="*/ 3250495 w 3250495"/>
              <a:gd name="connsiteY2" fmla="*/ 1656000 h 1742493"/>
              <a:gd name="connsiteX3" fmla="*/ 0 w 3250495"/>
              <a:gd name="connsiteY3" fmla="*/ 1742493 h 1742493"/>
              <a:gd name="connsiteX4" fmla="*/ 247079 w 3250495"/>
              <a:gd name="connsiteY4" fmla="*/ 0 h 1742493"/>
              <a:gd name="connsiteX0" fmla="*/ 213072 w 3216488"/>
              <a:gd name="connsiteY0" fmla="*/ 0 h 1656000"/>
              <a:gd name="connsiteX1" fmla="*/ 3216488 w 3216488"/>
              <a:gd name="connsiteY1" fmla="*/ 0 h 1656000"/>
              <a:gd name="connsiteX2" fmla="*/ 3216488 w 3216488"/>
              <a:gd name="connsiteY2" fmla="*/ 1656000 h 1656000"/>
              <a:gd name="connsiteX3" fmla="*/ 0 w 3216488"/>
              <a:gd name="connsiteY3" fmla="*/ 1636695 h 1656000"/>
              <a:gd name="connsiteX4" fmla="*/ 213072 w 3216488"/>
              <a:gd name="connsiteY4" fmla="*/ 0 h 1656000"/>
              <a:gd name="connsiteX0" fmla="*/ 216850 w 3220266"/>
              <a:gd name="connsiteY0" fmla="*/ 0 h 1656000"/>
              <a:gd name="connsiteX1" fmla="*/ 3220266 w 3220266"/>
              <a:gd name="connsiteY1" fmla="*/ 0 h 1656000"/>
              <a:gd name="connsiteX2" fmla="*/ 3220266 w 3220266"/>
              <a:gd name="connsiteY2" fmla="*/ 1656000 h 1656000"/>
              <a:gd name="connsiteX3" fmla="*/ 0 w 3220266"/>
              <a:gd name="connsiteY3" fmla="*/ 1655587 h 1656000"/>
              <a:gd name="connsiteX4" fmla="*/ 216850 w 3220266"/>
              <a:gd name="connsiteY4" fmla="*/ 0 h 16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0266" h="1656000">
                <a:moveTo>
                  <a:pt x="216850" y="0"/>
                </a:moveTo>
                <a:lnTo>
                  <a:pt x="3220266" y="0"/>
                </a:lnTo>
                <a:lnTo>
                  <a:pt x="3220266" y="1656000"/>
                </a:lnTo>
                <a:lnTo>
                  <a:pt x="0" y="1655587"/>
                </a:lnTo>
                <a:lnTo>
                  <a:pt x="21685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0" name="Platshållare för bild 7">
            <a:extLst>
              <a:ext uri="{FF2B5EF4-FFF2-40B4-BE49-F238E27FC236}">
                <a16:creationId xmlns:a16="http://schemas.microsoft.com/office/drawing/2014/main" id="{75A4FAA9-F64E-D542-B83E-45FB509AE0C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80303" y="3218400"/>
            <a:ext cx="3464172" cy="1660033"/>
          </a:xfrm>
          <a:custGeom>
            <a:avLst/>
            <a:gdLst>
              <a:gd name="connsiteX0" fmla="*/ 0 w 2992081"/>
              <a:gd name="connsiteY0" fmla="*/ 0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0 w 2992081"/>
              <a:gd name="connsiteY4" fmla="*/ 0 h 1656000"/>
              <a:gd name="connsiteX0" fmla="*/ 471488 w 3463569"/>
              <a:gd name="connsiteY0" fmla="*/ 0 h 1670287"/>
              <a:gd name="connsiteX1" fmla="*/ 3463569 w 3463569"/>
              <a:gd name="connsiteY1" fmla="*/ 0 h 1670287"/>
              <a:gd name="connsiteX2" fmla="*/ 3463569 w 3463569"/>
              <a:gd name="connsiteY2" fmla="*/ 1656000 h 1670287"/>
              <a:gd name="connsiteX3" fmla="*/ 0 w 3463569"/>
              <a:gd name="connsiteY3" fmla="*/ 1670287 h 1670287"/>
              <a:gd name="connsiteX4" fmla="*/ 471488 w 3463569"/>
              <a:gd name="connsiteY4" fmla="*/ 0 h 1670287"/>
              <a:gd name="connsiteX0" fmla="*/ 228601 w 3463569"/>
              <a:gd name="connsiteY0" fmla="*/ 0 h 1677431"/>
              <a:gd name="connsiteX1" fmla="*/ 3463569 w 3463569"/>
              <a:gd name="connsiteY1" fmla="*/ 7144 h 1677431"/>
              <a:gd name="connsiteX2" fmla="*/ 3463569 w 3463569"/>
              <a:gd name="connsiteY2" fmla="*/ 1663144 h 1677431"/>
              <a:gd name="connsiteX3" fmla="*/ 0 w 3463569"/>
              <a:gd name="connsiteY3" fmla="*/ 1677431 h 1677431"/>
              <a:gd name="connsiteX4" fmla="*/ 228601 w 3463569"/>
              <a:gd name="connsiteY4" fmla="*/ 0 h 1677431"/>
              <a:gd name="connsiteX0" fmla="*/ 235745 w 3463569"/>
              <a:gd name="connsiteY0" fmla="*/ 7144 h 1670287"/>
              <a:gd name="connsiteX1" fmla="*/ 3463569 w 3463569"/>
              <a:gd name="connsiteY1" fmla="*/ 0 h 1670287"/>
              <a:gd name="connsiteX2" fmla="*/ 3463569 w 3463569"/>
              <a:gd name="connsiteY2" fmla="*/ 1656000 h 1670287"/>
              <a:gd name="connsiteX3" fmla="*/ 0 w 3463569"/>
              <a:gd name="connsiteY3" fmla="*/ 1670287 h 1670287"/>
              <a:gd name="connsiteX4" fmla="*/ 235745 w 3463569"/>
              <a:gd name="connsiteY4" fmla="*/ 7144 h 1670287"/>
              <a:gd name="connsiteX0" fmla="*/ 224410 w 3463569"/>
              <a:gd name="connsiteY0" fmla="*/ 0 h 1670700"/>
              <a:gd name="connsiteX1" fmla="*/ 3463569 w 3463569"/>
              <a:gd name="connsiteY1" fmla="*/ 413 h 1670700"/>
              <a:gd name="connsiteX2" fmla="*/ 3463569 w 3463569"/>
              <a:gd name="connsiteY2" fmla="*/ 1656413 h 1670700"/>
              <a:gd name="connsiteX3" fmla="*/ 0 w 3463569"/>
              <a:gd name="connsiteY3" fmla="*/ 1670700 h 1670700"/>
              <a:gd name="connsiteX4" fmla="*/ 224410 w 3463569"/>
              <a:gd name="connsiteY4" fmla="*/ 0 h 1670700"/>
              <a:gd name="connsiteX0" fmla="*/ 220632 w 3459791"/>
              <a:gd name="connsiteY0" fmla="*/ 0 h 1663143"/>
              <a:gd name="connsiteX1" fmla="*/ 3459791 w 3459791"/>
              <a:gd name="connsiteY1" fmla="*/ 413 h 1663143"/>
              <a:gd name="connsiteX2" fmla="*/ 3459791 w 3459791"/>
              <a:gd name="connsiteY2" fmla="*/ 1656413 h 1663143"/>
              <a:gd name="connsiteX3" fmla="*/ 0 w 3459791"/>
              <a:gd name="connsiteY3" fmla="*/ 1663143 h 1663143"/>
              <a:gd name="connsiteX4" fmla="*/ 220632 w 3459791"/>
              <a:gd name="connsiteY4" fmla="*/ 0 h 1663143"/>
              <a:gd name="connsiteX0" fmla="*/ 220632 w 3459791"/>
              <a:gd name="connsiteY0" fmla="*/ 0 h 1659364"/>
              <a:gd name="connsiteX1" fmla="*/ 3459791 w 3459791"/>
              <a:gd name="connsiteY1" fmla="*/ 413 h 1659364"/>
              <a:gd name="connsiteX2" fmla="*/ 3459791 w 3459791"/>
              <a:gd name="connsiteY2" fmla="*/ 1656413 h 1659364"/>
              <a:gd name="connsiteX3" fmla="*/ 0 w 3459791"/>
              <a:gd name="connsiteY3" fmla="*/ 1659364 h 1659364"/>
              <a:gd name="connsiteX4" fmla="*/ 220632 w 3459791"/>
              <a:gd name="connsiteY4" fmla="*/ 0 h 1659364"/>
              <a:gd name="connsiteX0" fmla="*/ 215716 w 3454875"/>
              <a:gd name="connsiteY0" fmla="*/ 0 h 1656413"/>
              <a:gd name="connsiteX1" fmla="*/ 3454875 w 3454875"/>
              <a:gd name="connsiteY1" fmla="*/ 413 h 1656413"/>
              <a:gd name="connsiteX2" fmla="*/ 3454875 w 3454875"/>
              <a:gd name="connsiteY2" fmla="*/ 1656413 h 1656413"/>
              <a:gd name="connsiteX3" fmla="*/ 0 w 3454875"/>
              <a:gd name="connsiteY3" fmla="*/ 1654447 h 1656413"/>
              <a:gd name="connsiteX4" fmla="*/ 215716 w 3454875"/>
              <a:gd name="connsiteY4" fmla="*/ 0 h 1656413"/>
              <a:gd name="connsiteX0" fmla="*/ 215716 w 3454875"/>
              <a:gd name="connsiteY0" fmla="*/ 0 h 1656413"/>
              <a:gd name="connsiteX1" fmla="*/ 3454875 w 3454875"/>
              <a:gd name="connsiteY1" fmla="*/ 413 h 1656413"/>
              <a:gd name="connsiteX2" fmla="*/ 3454875 w 3454875"/>
              <a:gd name="connsiteY2" fmla="*/ 1656413 h 1656413"/>
              <a:gd name="connsiteX3" fmla="*/ 0 w 3454875"/>
              <a:gd name="connsiteY3" fmla="*/ 1654447 h 1656413"/>
              <a:gd name="connsiteX4" fmla="*/ 215716 w 3454875"/>
              <a:gd name="connsiteY4" fmla="*/ 0 h 1656413"/>
              <a:gd name="connsiteX0" fmla="*/ 220632 w 3459791"/>
              <a:gd name="connsiteY0" fmla="*/ 0 h 1674117"/>
              <a:gd name="connsiteX1" fmla="*/ 3459791 w 3459791"/>
              <a:gd name="connsiteY1" fmla="*/ 413 h 1674117"/>
              <a:gd name="connsiteX2" fmla="*/ 3459791 w 3459791"/>
              <a:gd name="connsiteY2" fmla="*/ 1656413 h 1674117"/>
              <a:gd name="connsiteX3" fmla="*/ 0 w 3459791"/>
              <a:gd name="connsiteY3" fmla="*/ 1674117 h 1674117"/>
              <a:gd name="connsiteX4" fmla="*/ 220632 w 3459791"/>
              <a:gd name="connsiteY4" fmla="*/ 0 h 1674117"/>
              <a:gd name="connsiteX0" fmla="*/ 220632 w 3459791"/>
              <a:gd name="connsiteY0" fmla="*/ 0 h 1674117"/>
              <a:gd name="connsiteX1" fmla="*/ 3459791 w 3459791"/>
              <a:gd name="connsiteY1" fmla="*/ 413 h 1674117"/>
              <a:gd name="connsiteX2" fmla="*/ 3454875 w 3459791"/>
              <a:gd name="connsiteY2" fmla="*/ 1671164 h 1674117"/>
              <a:gd name="connsiteX3" fmla="*/ 0 w 3459791"/>
              <a:gd name="connsiteY3" fmla="*/ 1674117 h 1674117"/>
              <a:gd name="connsiteX4" fmla="*/ 220632 w 3459791"/>
              <a:gd name="connsiteY4" fmla="*/ 0 h 1674117"/>
              <a:gd name="connsiteX0" fmla="*/ 220632 w 3460264"/>
              <a:gd name="connsiteY0" fmla="*/ 0 h 1676081"/>
              <a:gd name="connsiteX1" fmla="*/ 3459791 w 3460264"/>
              <a:gd name="connsiteY1" fmla="*/ 413 h 1676081"/>
              <a:gd name="connsiteX2" fmla="*/ 3459791 w 3460264"/>
              <a:gd name="connsiteY2" fmla="*/ 1676081 h 1676081"/>
              <a:gd name="connsiteX3" fmla="*/ 0 w 3460264"/>
              <a:gd name="connsiteY3" fmla="*/ 1674117 h 1676081"/>
              <a:gd name="connsiteX4" fmla="*/ 220632 w 3460264"/>
              <a:gd name="connsiteY4" fmla="*/ 0 h 1676081"/>
              <a:gd name="connsiteX0" fmla="*/ 216724 w 3456356"/>
              <a:gd name="connsiteY0" fmla="*/ 0 h 1676081"/>
              <a:gd name="connsiteX1" fmla="*/ 3455883 w 3456356"/>
              <a:gd name="connsiteY1" fmla="*/ 413 h 1676081"/>
              <a:gd name="connsiteX2" fmla="*/ 3455883 w 3456356"/>
              <a:gd name="connsiteY2" fmla="*/ 1676081 h 1676081"/>
              <a:gd name="connsiteX3" fmla="*/ 0 w 3456356"/>
              <a:gd name="connsiteY3" fmla="*/ 1662392 h 1676081"/>
              <a:gd name="connsiteX4" fmla="*/ 216724 w 3456356"/>
              <a:gd name="connsiteY4" fmla="*/ 0 h 1676081"/>
              <a:gd name="connsiteX0" fmla="*/ 220631 w 3460263"/>
              <a:gd name="connsiteY0" fmla="*/ 0 h 1676081"/>
              <a:gd name="connsiteX1" fmla="*/ 3459790 w 3460263"/>
              <a:gd name="connsiteY1" fmla="*/ 413 h 1676081"/>
              <a:gd name="connsiteX2" fmla="*/ 3459790 w 3460263"/>
              <a:gd name="connsiteY2" fmla="*/ 1676081 h 1676081"/>
              <a:gd name="connsiteX3" fmla="*/ 0 w 3460263"/>
              <a:gd name="connsiteY3" fmla="*/ 1674118 h 1676081"/>
              <a:gd name="connsiteX4" fmla="*/ 220631 w 3460263"/>
              <a:gd name="connsiteY4" fmla="*/ 0 h 1676081"/>
              <a:gd name="connsiteX0" fmla="*/ 224539 w 3464171"/>
              <a:gd name="connsiteY0" fmla="*/ 0 h 1676081"/>
              <a:gd name="connsiteX1" fmla="*/ 3463698 w 3464171"/>
              <a:gd name="connsiteY1" fmla="*/ 413 h 1676081"/>
              <a:gd name="connsiteX2" fmla="*/ 3463698 w 3464171"/>
              <a:gd name="connsiteY2" fmla="*/ 1676081 h 1676081"/>
              <a:gd name="connsiteX3" fmla="*/ 0 w 3464171"/>
              <a:gd name="connsiteY3" fmla="*/ 1658484 h 1676081"/>
              <a:gd name="connsiteX4" fmla="*/ 224539 w 3464171"/>
              <a:gd name="connsiteY4" fmla="*/ 0 h 1676081"/>
              <a:gd name="connsiteX0" fmla="*/ 224539 w 3463698"/>
              <a:gd name="connsiteY0" fmla="*/ 0 h 1664355"/>
              <a:gd name="connsiteX1" fmla="*/ 3463698 w 3463698"/>
              <a:gd name="connsiteY1" fmla="*/ 413 h 1664355"/>
              <a:gd name="connsiteX2" fmla="*/ 3459791 w 3463698"/>
              <a:gd name="connsiteY2" fmla="*/ 1664355 h 1664355"/>
              <a:gd name="connsiteX3" fmla="*/ 0 w 3463698"/>
              <a:gd name="connsiteY3" fmla="*/ 1658484 h 1664355"/>
              <a:gd name="connsiteX4" fmla="*/ 224539 w 3463698"/>
              <a:gd name="connsiteY4" fmla="*/ 0 h 1664355"/>
              <a:gd name="connsiteX0" fmla="*/ 224539 w 3464172"/>
              <a:gd name="connsiteY0" fmla="*/ 0 h 1658484"/>
              <a:gd name="connsiteX1" fmla="*/ 3463698 w 3464172"/>
              <a:gd name="connsiteY1" fmla="*/ 413 h 1658484"/>
              <a:gd name="connsiteX2" fmla="*/ 3463699 w 3464172"/>
              <a:gd name="connsiteY2" fmla="*/ 1648721 h 1658484"/>
              <a:gd name="connsiteX3" fmla="*/ 0 w 3464172"/>
              <a:gd name="connsiteY3" fmla="*/ 1658484 h 1658484"/>
              <a:gd name="connsiteX4" fmla="*/ 224539 w 3464172"/>
              <a:gd name="connsiteY4" fmla="*/ 0 h 1658484"/>
              <a:gd name="connsiteX0" fmla="*/ 224539 w 3464172"/>
              <a:gd name="connsiteY0" fmla="*/ 0 h 1660446"/>
              <a:gd name="connsiteX1" fmla="*/ 3463698 w 3464172"/>
              <a:gd name="connsiteY1" fmla="*/ 413 h 1660446"/>
              <a:gd name="connsiteX2" fmla="*/ 3463699 w 3464172"/>
              <a:gd name="connsiteY2" fmla="*/ 1660446 h 1660446"/>
              <a:gd name="connsiteX3" fmla="*/ 0 w 3464172"/>
              <a:gd name="connsiteY3" fmla="*/ 1658484 h 1660446"/>
              <a:gd name="connsiteX4" fmla="*/ 224539 w 3464172"/>
              <a:gd name="connsiteY4" fmla="*/ 0 h 1660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4172" h="1660446">
                <a:moveTo>
                  <a:pt x="224539" y="0"/>
                </a:moveTo>
                <a:lnTo>
                  <a:pt x="3463698" y="413"/>
                </a:lnTo>
                <a:cubicBezTo>
                  <a:pt x="3462059" y="557330"/>
                  <a:pt x="3465338" y="1103529"/>
                  <a:pt x="3463699" y="1660446"/>
                </a:cubicBezTo>
                <a:lnTo>
                  <a:pt x="0" y="1658484"/>
                </a:lnTo>
                <a:lnTo>
                  <a:pt x="22453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2" name="Rubrik 5">
            <a:extLst>
              <a:ext uri="{FF2B5EF4-FFF2-40B4-BE49-F238E27FC236}">
                <a16:creationId xmlns:a16="http://schemas.microsoft.com/office/drawing/2014/main" id="{D98FC7C0-00F4-724B-B760-FC9D04741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511200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7BAA1E68-DD76-E94A-8B8B-0E04D9763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F5F7581-2F4C-6948-946E-DAC2783D032D}" type="datetime1">
              <a:rPr lang="sv-SE" smtClean="0"/>
              <a:t>2026-05-08</a:t>
            </a:fld>
            <a:endParaRPr lang="sv-SE"/>
          </a:p>
        </p:txBody>
      </p:sp>
      <p:sp>
        <p:nvSpPr>
          <p:cNvPr id="14" name="Platshållare för bildnummer 2">
            <a:extLst>
              <a:ext uri="{FF2B5EF4-FFF2-40B4-BE49-F238E27FC236}">
                <a16:creationId xmlns:a16="http://schemas.microsoft.com/office/drawing/2014/main" id="{3DC89A94-8EA4-EF41-B844-F4F33BBF1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6" name="Platshållare för sidfot 5">
            <a:extLst>
              <a:ext uri="{FF2B5EF4-FFF2-40B4-BE49-F238E27FC236}">
                <a16:creationId xmlns:a16="http://schemas.microsoft.com/office/drawing/2014/main" id="{55BF7CD5-8DA5-5E4D-AF0A-D06E84FF7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6791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 (alt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5112000" cy="2989462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4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5654769" y="-278219"/>
            <a:ext cx="3489231" cy="2527200"/>
          </a:xfrm>
          <a:custGeom>
            <a:avLst/>
            <a:gdLst>
              <a:gd name="connsiteX0" fmla="*/ 0 w 2992081"/>
              <a:gd name="connsiteY0" fmla="*/ 0 h 2527200"/>
              <a:gd name="connsiteX1" fmla="*/ 2992081 w 2992081"/>
              <a:gd name="connsiteY1" fmla="*/ 0 h 2527200"/>
              <a:gd name="connsiteX2" fmla="*/ 2992081 w 2992081"/>
              <a:gd name="connsiteY2" fmla="*/ 2527200 h 2527200"/>
              <a:gd name="connsiteX3" fmla="*/ 0 w 2992081"/>
              <a:gd name="connsiteY3" fmla="*/ 2527200 h 2527200"/>
              <a:gd name="connsiteX4" fmla="*/ 0 w 2992081"/>
              <a:gd name="connsiteY4" fmla="*/ 0 h 2527200"/>
              <a:gd name="connsiteX0" fmla="*/ 0 w 3489231"/>
              <a:gd name="connsiteY0" fmla="*/ 0 h 2527200"/>
              <a:gd name="connsiteX1" fmla="*/ 3489231 w 3489231"/>
              <a:gd name="connsiteY1" fmla="*/ 0 h 2527200"/>
              <a:gd name="connsiteX2" fmla="*/ 3489231 w 3489231"/>
              <a:gd name="connsiteY2" fmla="*/ 2527200 h 2527200"/>
              <a:gd name="connsiteX3" fmla="*/ 497150 w 3489231"/>
              <a:gd name="connsiteY3" fmla="*/ 2527200 h 2527200"/>
              <a:gd name="connsiteX4" fmla="*/ 0 w 3489231"/>
              <a:gd name="connsiteY4" fmla="*/ 0 h 2527200"/>
              <a:gd name="connsiteX0" fmla="*/ 0 w 3489231"/>
              <a:gd name="connsiteY0" fmla="*/ 0 h 2532366"/>
              <a:gd name="connsiteX1" fmla="*/ 3489231 w 3489231"/>
              <a:gd name="connsiteY1" fmla="*/ 0 h 2532366"/>
              <a:gd name="connsiteX2" fmla="*/ 3489231 w 3489231"/>
              <a:gd name="connsiteY2" fmla="*/ 2527200 h 2532366"/>
              <a:gd name="connsiteX3" fmla="*/ 352499 w 3489231"/>
              <a:gd name="connsiteY3" fmla="*/ 2532366 h 2532366"/>
              <a:gd name="connsiteX4" fmla="*/ 0 w 3489231"/>
              <a:gd name="connsiteY4" fmla="*/ 0 h 2532366"/>
              <a:gd name="connsiteX0" fmla="*/ 0 w 3489231"/>
              <a:gd name="connsiteY0" fmla="*/ 0 h 2527200"/>
              <a:gd name="connsiteX1" fmla="*/ 3489231 w 3489231"/>
              <a:gd name="connsiteY1" fmla="*/ 0 h 2527200"/>
              <a:gd name="connsiteX2" fmla="*/ 3489231 w 3489231"/>
              <a:gd name="connsiteY2" fmla="*/ 2527200 h 2527200"/>
              <a:gd name="connsiteX3" fmla="*/ 331835 w 3489231"/>
              <a:gd name="connsiteY3" fmla="*/ 2465206 h 2527200"/>
              <a:gd name="connsiteX4" fmla="*/ 0 w 3489231"/>
              <a:gd name="connsiteY4" fmla="*/ 0 h 2527200"/>
              <a:gd name="connsiteX0" fmla="*/ 0 w 3489231"/>
              <a:gd name="connsiteY0" fmla="*/ 0 h 2532366"/>
              <a:gd name="connsiteX1" fmla="*/ 3489231 w 3489231"/>
              <a:gd name="connsiteY1" fmla="*/ 0 h 2532366"/>
              <a:gd name="connsiteX2" fmla="*/ 3489231 w 3489231"/>
              <a:gd name="connsiteY2" fmla="*/ 2527200 h 2532366"/>
              <a:gd name="connsiteX3" fmla="*/ 347333 w 3489231"/>
              <a:gd name="connsiteY3" fmla="*/ 2532366 h 2532366"/>
              <a:gd name="connsiteX4" fmla="*/ 0 w 3489231"/>
              <a:gd name="connsiteY4" fmla="*/ 0 h 2532366"/>
              <a:gd name="connsiteX0" fmla="*/ 0 w 3489231"/>
              <a:gd name="connsiteY0" fmla="*/ 0 h 2527200"/>
              <a:gd name="connsiteX1" fmla="*/ 3489231 w 3489231"/>
              <a:gd name="connsiteY1" fmla="*/ 0 h 2527200"/>
              <a:gd name="connsiteX2" fmla="*/ 3489231 w 3489231"/>
              <a:gd name="connsiteY2" fmla="*/ 2527200 h 2527200"/>
              <a:gd name="connsiteX3" fmla="*/ 347333 w 3489231"/>
              <a:gd name="connsiteY3" fmla="*/ 2522033 h 2527200"/>
              <a:gd name="connsiteX4" fmla="*/ 0 w 3489231"/>
              <a:gd name="connsiteY4" fmla="*/ 0 h 252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9231" h="2527200">
                <a:moveTo>
                  <a:pt x="0" y="0"/>
                </a:moveTo>
                <a:lnTo>
                  <a:pt x="3489231" y="0"/>
                </a:lnTo>
                <a:lnTo>
                  <a:pt x="3489231" y="2527200"/>
                </a:lnTo>
                <a:lnTo>
                  <a:pt x="347333" y="252203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Platshållare för bild 7">
            <a:extLst>
              <a:ext uri="{FF2B5EF4-FFF2-40B4-BE49-F238E27FC236}">
                <a16:creationId xmlns:a16="http://schemas.microsoft.com/office/drawing/2014/main" id="{C6E7842F-5E6D-0D4E-95D1-DF406180B4C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22766" y="2352973"/>
            <a:ext cx="3128242" cy="2525223"/>
          </a:xfrm>
          <a:custGeom>
            <a:avLst/>
            <a:gdLst>
              <a:gd name="connsiteX0" fmla="*/ 0 w 2992081"/>
              <a:gd name="connsiteY0" fmla="*/ 0 h 2527200"/>
              <a:gd name="connsiteX1" fmla="*/ 2992081 w 2992081"/>
              <a:gd name="connsiteY1" fmla="*/ 0 h 2527200"/>
              <a:gd name="connsiteX2" fmla="*/ 2992081 w 2992081"/>
              <a:gd name="connsiteY2" fmla="*/ 2527200 h 2527200"/>
              <a:gd name="connsiteX3" fmla="*/ 0 w 2992081"/>
              <a:gd name="connsiteY3" fmla="*/ 2527200 h 2527200"/>
              <a:gd name="connsiteX4" fmla="*/ 0 w 2992081"/>
              <a:gd name="connsiteY4" fmla="*/ 0 h 2527200"/>
              <a:gd name="connsiteX0" fmla="*/ 0 w 3121234"/>
              <a:gd name="connsiteY0" fmla="*/ 0 h 2527200"/>
              <a:gd name="connsiteX1" fmla="*/ 3121234 w 3121234"/>
              <a:gd name="connsiteY1" fmla="*/ 0 h 2527200"/>
              <a:gd name="connsiteX2" fmla="*/ 3121234 w 3121234"/>
              <a:gd name="connsiteY2" fmla="*/ 2527200 h 2527200"/>
              <a:gd name="connsiteX3" fmla="*/ 129153 w 3121234"/>
              <a:gd name="connsiteY3" fmla="*/ 2527200 h 2527200"/>
              <a:gd name="connsiteX4" fmla="*/ 0 w 3121234"/>
              <a:gd name="connsiteY4" fmla="*/ 0 h 2527200"/>
              <a:gd name="connsiteX0" fmla="*/ 0 w 3121234"/>
              <a:gd name="connsiteY0" fmla="*/ 0 h 2527200"/>
              <a:gd name="connsiteX1" fmla="*/ 3121234 w 3121234"/>
              <a:gd name="connsiteY1" fmla="*/ 0 h 2527200"/>
              <a:gd name="connsiteX2" fmla="*/ 3121234 w 3121234"/>
              <a:gd name="connsiteY2" fmla="*/ 2527200 h 2527200"/>
              <a:gd name="connsiteX3" fmla="*/ 361628 w 3121234"/>
              <a:gd name="connsiteY3" fmla="*/ 2527200 h 2527200"/>
              <a:gd name="connsiteX4" fmla="*/ 0 w 3121234"/>
              <a:gd name="connsiteY4" fmla="*/ 0 h 2527200"/>
              <a:gd name="connsiteX0" fmla="*/ 0 w 3121234"/>
              <a:gd name="connsiteY0" fmla="*/ 0 h 2527200"/>
              <a:gd name="connsiteX1" fmla="*/ 3121234 w 3121234"/>
              <a:gd name="connsiteY1" fmla="*/ 0 h 2527200"/>
              <a:gd name="connsiteX2" fmla="*/ 3121234 w 3121234"/>
              <a:gd name="connsiteY2" fmla="*/ 2527200 h 2527200"/>
              <a:gd name="connsiteX3" fmla="*/ 355877 w 3121234"/>
              <a:gd name="connsiteY3" fmla="*/ 2515698 h 2527200"/>
              <a:gd name="connsiteX4" fmla="*/ 0 w 3121234"/>
              <a:gd name="connsiteY4" fmla="*/ 0 h 2527200"/>
              <a:gd name="connsiteX0" fmla="*/ 0 w 3121234"/>
              <a:gd name="connsiteY0" fmla="*/ 0 h 2521449"/>
              <a:gd name="connsiteX1" fmla="*/ 3121234 w 3121234"/>
              <a:gd name="connsiteY1" fmla="*/ 0 h 2521449"/>
              <a:gd name="connsiteX2" fmla="*/ 3115483 w 3121234"/>
              <a:gd name="connsiteY2" fmla="*/ 2521449 h 2521449"/>
              <a:gd name="connsiteX3" fmla="*/ 355877 w 3121234"/>
              <a:gd name="connsiteY3" fmla="*/ 2515698 h 2521449"/>
              <a:gd name="connsiteX4" fmla="*/ 0 w 3121234"/>
              <a:gd name="connsiteY4" fmla="*/ 0 h 2521449"/>
              <a:gd name="connsiteX0" fmla="*/ 0 w 3121234"/>
              <a:gd name="connsiteY0" fmla="*/ 0 h 2525223"/>
              <a:gd name="connsiteX1" fmla="*/ 3121234 w 3121234"/>
              <a:gd name="connsiteY1" fmla="*/ 0 h 2525223"/>
              <a:gd name="connsiteX2" fmla="*/ 3115483 w 3121234"/>
              <a:gd name="connsiteY2" fmla="*/ 2521449 h 2525223"/>
              <a:gd name="connsiteX3" fmla="*/ 355877 w 3121234"/>
              <a:gd name="connsiteY3" fmla="*/ 2525223 h 2525223"/>
              <a:gd name="connsiteX4" fmla="*/ 0 w 3121234"/>
              <a:gd name="connsiteY4" fmla="*/ 0 h 2525223"/>
              <a:gd name="connsiteX0" fmla="*/ 0 w 3121234"/>
              <a:gd name="connsiteY0" fmla="*/ 0 h 2525223"/>
              <a:gd name="connsiteX1" fmla="*/ 3121234 w 3121234"/>
              <a:gd name="connsiteY1" fmla="*/ 0 h 2525223"/>
              <a:gd name="connsiteX2" fmla="*/ 3118658 w 3121234"/>
              <a:gd name="connsiteY2" fmla="*/ 2524624 h 2525223"/>
              <a:gd name="connsiteX3" fmla="*/ 355877 w 3121234"/>
              <a:gd name="connsiteY3" fmla="*/ 2525223 h 2525223"/>
              <a:gd name="connsiteX4" fmla="*/ 0 w 3121234"/>
              <a:gd name="connsiteY4" fmla="*/ 0 h 2525223"/>
              <a:gd name="connsiteX0" fmla="*/ 0 w 3128242"/>
              <a:gd name="connsiteY0" fmla="*/ 0 h 2525223"/>
              <a:gd name="connsiteX1" fmla="*/ 3121234 w 3128242"/>
              <a:gd name="connsiteY1" fmla="*/ 0 h 2525223"/>
              <a:gd name="connsiteX2" fmla="*/ 3128183 w 3128242"/>
              <a:gd name="connsiteY2" fmla="*/ 2524624 h 2525223"/>
              <a:gd name="connsiteX3" fmla="*/ 355877 w 3128242"/>
              <a:gd name="connsiteY3" fmla="*/ 2525223 h 2525223"/>
              <a:gd name="connsiteX4" fmla="*/ 0 w 3128242"/>
              <a:gd name="connsiteY4" fmla="*/ 0 h 2525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8242" h="2525223">
                <a:moveTo>
                  <a:pt x="0" y="0"/>
                </a:moveTo>
                <a:lnTo>
                  <a:pt x="3121234" y="0"/>
                </a:lnTo>
                <a:cubicBezTo>
                  <a:pt x="3120375" y="841541"/>
                  <a:pt x="3129042" y="1683083"/>
                  <a:pt x="3128183" y="2524624"/>
                </a:cubicBezTo>
                <a:lnTo>
                  <a:pt x="355877" y="252522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0" name="Rubrik 5">
            <a:extLst>
              <a:ext uri="{FF2B5EF4-FFF2-40B4-BE49-F238E27FC236}">
                <a16:creationId xmlns:a16="http://schemas.microsoft.com/office/drawing/2014/main" id="{14C9355C-85B6-E949-9803-F69815A94C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4970769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E652C9EB-FA8B-2B4B-942F-312A1CA65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86629435-8324-5A4B-85E6-19262AC7103F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050441FF-DF4B-0240-B9B8-2B60733A1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6" name="Platshållare för sidfot 5">
            <a:extLst>
              <a:ext uri="{FF2B5EF4-FFF2-40B4-BE49-F238E27FC236}">
                <a16:creationId xmlns:a16="http://schemas.microsoft.com/office/drawing/2014/main" id="{C12AD7C1-4E55-744A-85AE-9B01CCAE2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2831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7"/>
          <p:cNvSpPr>
            <a:spLocks noGrp="1"/>
          </p:cNvSpPr>
          <p:nvPr>
            <p:ph type="pic" sz="quarter" idx="17" hasCustomPrompt="1"/>
          </p:nvPr>
        </p:nvSpPr>
        <p:spPr>
          <a:xfrm>
            <a:off x="6151919" y="0"/>
            <a:ext cx="2992081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sv-SE" sz="1600" noProof="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3568" y="504000"/>
            <a:ext cx="4959904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7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3568" y="1440000"/>
            <a:ext cx="4959904" cy="2989462"/>
          </a:xfrm>
        </p:spPr>
        <p:txBody>
          <a:bodyPr/>
          <a:lstStyle>
            <a:lvl1pPr marL="216000" indent="-216000">
              <a:defRPr sz="1800"/>
            </a:lvl1pPr>
            <a:lvl2pPr marL="432000" indent="-216000">
              <a:defRPr sz="1600"/>
            </a:lvl2pPr>
            <a:lvl3pPr marL="648000" indent="-216000">
              <a:defRPr sz="1600"/>
            </a:lvl3pPr>
            <a:lvl4pPr marL="864000" indent="-216000">
              <a:defRPr sz="1600"/>
            </a:lvl4pPr>
            <a:lvl5pPr marL="1080000" indent="-216000">
              <a:defRPr sz="1600"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36166F4A-CB91-4D41-A7AF-D3D2FBFF0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C997376-6BD9-A444-A5E3-D5BB2E1149D3}" type="datetime1">
              <a:rPr lang="sv-SE" smtClean="0"/>
              <a:t>2026-05-08</a:t>
            </a:fld>
            <a:endParaRPr lang="sv-SE"/>
          </a:p>
        </p:txBody>
      </p:sp>
      <p:sp>
        <p:nvSpPr>
          <p:cNvPr id="10" name="Platshållare för bildnummer 2">
            <a:extLst>
              <a:ext uri="{FF2B5EF4-FFF2-40B4-BE49-F238E27FC236}">
                <a16:creationId xmlns:a16="http://schemas.microsoft.com/office/drawing/2014/main" id="{EC31C35E-63E7-954F-B72F-8D9EB33BB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2" name="Platshållare för sidfot 5">
            <a:extLst>
              <a:ext uri="{FF2B5EF4-FFF2-40B4-BE49-F238E27FC236}">
                <a16:creationId xmlns:a16="http://schemas.microsoft.com/office/drawing/2014/main" id="{209159B9-8196-8149-B534-09FD97910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8917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7"/>
          <p:cNvSpPr>
            <a:spLocks noGrp="1"/>
          </p:cNvSpPr>
          <p:nvPr>
            <p:ph type="pic" sz="quarter" idx="21" hasCustomPrompt="1"/>
          </p:nvPr>
        </p:nvSpPr>
        <p:spPr>
          <a:xfrm>
            <a:off x="5684208" y="0"/>
            <a:ext cx="3459792" cy="4876006"/>
          </a:xfrm>
          <a:custGeom>
            <a:avLst/>
            <a:gdLst>
              <a:gd name="connsiteX0" fmla="*/ 0 w 2992081"/>
              <a:gd name="connsiteY0" fmla="*/ 0 h 1656000"/>
              <a:gd name="connsiteX1" fmla="*/ 2992081 w 2992081"/>
              <a:gd name="connsiteY1" fmla="*/ 0 h 1656000"/>
              <a:gd name="connsiteX2" fmla="*/ 2992081 w 2992081"/>
              <a:gd name="connsiteY2" fmla="*/ 1656000 h 1656000"/>
              <a:gd name="connsiteX3" fmla="*/ 0 w 2992081"/>
              <a:gd name="connsiteY3" fmla="*/ 1656000 h 1656000"/>
              <a:gd name="connsiteX4" fmla="*/ 0 w 2992081"/>
              <a:gd name="connsiteY4" fmla="*/ 0 h 1656000"/>
              <a:gd name="connsiteX0" fmla="*/ 471488 w 3463569"/>
              <a:gd name="connsiteY0" fmla="*/ 0 h 1670287"/>
              <a:gd name="connsiteX1" fmla="*/ 3463569 w 3463569"/>
              <a:gd name="connsiteY1" fmla="*/ 0 h 1670287"/>
              <a:gd name="connsiteX2" fmla="*/ 3463569 w 3463569"/>
              <a:gd name="connsiteY2" fmla="*/ 1656000 h 1670287"/>
              <a:gd name="connsiteX3" fmla="*/ 0 w 3463569"/>
              <a:gd name="connsiteY3" fmla="*/ 1670287 h 1670287"/>
              <a:gd name="connsiteX4" fmla="*/ 471488 w 3463569"/>
              <a:gd name="connsiteY4" fmla="*/ 0 h 1670287"/>
              <a:gd name="connsiteX0" fmla="*/ 228601 w 3463569"/>
              <a:gd name="connsiteY0" fmla="*/ 0 h 1677431"/>
              <a:gd name="connsiteX1" fmla="*/ 3463569 w 3463569"/>
              <a:gd name="connsiteY1" fmla="*/ 7144 h 1677431"/>
              <a:gd name="connsiteX2" fmla="*/ 3463569 w 3463569"/>
              <a:gd name="connsiteY2" fmla="*/ 1663144 h 1677431"/>
              <a:gd name="connsiteX3" fmla="*/ 0 w 3463569"/>
              <a:gd name="connsiteY3" fmla="*/ 1677431 h 1677431"/>
              <a:gd name="connsiteX4" fmla="*/ 228601 w 3463569"/>
              <a:gd name="connsiteY4" fmla="*/ 0 h 1677431"/>
              <a:gd name="connsiteX0" fmla="*/ 235745 w 3463569"/>
              <a:gd name="connsiteY0" fmla="*/ 7144 h 1670287"/>
              <a:gd name="connsiteX1" fmla="*/ 3463569 w 3463569"/>
              <a:gd name="connsiteY1" fmla="*/ 0 h 1670287"/>
              <a:gd name="connsiteX2" fmla="*/ 3463569 w 3463569"/>
              <a:gd name="connsiteY2" fmla="*/ 1656000 h 1670287"/>
              <a:gd name="connsiteX3" fmla="*/ 0 w 3463569"/>
              <a:gd name="connsiteY3" fmla="*/ 1670287 h 1670287"/>
              <a:gd name="connsiteX4" fmla="*/ 235745 w 3463569"/>
              <a:gd name="connsiteY4" fmla="*/ 7144 h 1670287"/>
              <a:gd name="connsiteX0" fmla="*/ 224410 w 3463569"/>
              <a:gd name="connsiteY0" fmla="*/ 0 h 1670700"/>
              <a:gd name="connsiteX1" fmla="*/ 3463569 w 3463569"/>
              <a:gd name="connsiteY1" fmla="*/ 413 h 1670700"/>
              <a:gd name="connsiteX2" fmla="*/ 3463569 w 3463569"/>
              <a:gd name="connsiteY2" fmla="*/ 1656413 h 1670700"/>
              <a:gd name="connsiteX3" fmla="*/ 0 w 3463569"/>
              <a:gd name="connsiteY3" fmla="*/ 1670700 h 1670700"/>
              <a:gd name="connsiteX4" fmla="*/ 224410 w 3463569"/>
              <a:gd name="connsiteY4" fmla="*/ 0 h 1670700"/>
              <a:gd name="connsiteX0" fmla="*/ 220632 w 3459791"/>
              <a:gd name="connsiteY0" fmla="*/ 0 h 1663143"/>
              <a:gd name="connsiteX1" fmla="*/ 3459791 w 3459791"/>
              <a:gd name="connsiteY1" fmla="*/ 413 h 1663143"/>
              <a:gd name="connsiteX2" fmla="*/ 3459791 w 3459791"/>
              <a:gd name="connsiteY2" fmla="*/ 1656413 h 1663143"/>
              <a:gd name="connsiteX3" fmla="*/ 0 w 3459791"/>
              <a:gd name="connsiteY3" fmla="*/ 1663143 h 1663143"/>
              <a:gd name="connsiteX4" fmla="*/ 220632 w 3459791"/>
              <a:gd name="connsiteY4" fmla="*/ 0 h 1663143"/>
              <a:gd name="connsiteX0" fmla="*/ 220632 w 3459791"/>
              <a:gd name="connsiteY0" fmla="*/ 0 h 1659364"/>
              <a:gd name="connsiteX1" fmla="*/ 3459791 w 3459791"/>
              <a:gd name="connsiteY1" fmla="*/ 413 h 1659364"/>
              <a:gd name="connsiteX2" fmla="*/ 3459791 w 3459791"/>
              <a:gd name="connsiteY2" fmla="*/ 1656413 h 1659364"/>
              <a:gd name="connsiteX3" fmla="*/ 0 w 3459791"/>
              <a:gd name="connsiteY3" fmla="*/ 1659364 h 1659364"/>
              <a:gd name="connsiteX4" fmla="*/ 220632 w 3459791"/>
              <a:gd name="connsiteY4" fmla="*/ 0 h 1659364"/>
              <a:gd name="connsiteX0" fmla="*/ 449232 w 3459791"/>
              <a:gd name="connsiteY0" fmla="*/ 0 h 1659364"/>
              <a:gd name="connsiteX1" fmla="*/ 3459791 w 3459791"/>
              <a:gd name="connsiteY1" fmla="*/ 413 h 1659364"/>
              <a:gd name="connsiteX2" fmla="*/ 3459791 w 3459791"/>
              <a:gd name="connsiteY2" fmla="*/ 1656413 h 1659364"/>
              <a:gd name="connsiteX3" fmla="*/ 0 w 3459791"/>
              <a:gd name="connsiteY3" fmla="*/ 1659364 h 1659364"/>
              <a:gd name="connsiteX4" fmla="*/ 449232 w 3459791"/>
              <a:gd name="connsiteY4" fmla="*/ 0 h 1659364"/>
              <a:gd name="connsiteX0" fmla="*/ 444208 w 3454767"/>
              <a:gd name="connsiteY0" fmla="*/ 0 h 1657663"/>
              <a:gd name="connsiteX1" fmla="*/ 3454767 w 3454767"/>
              <a:gd name="connsiteY1" fmla="*/ 413 h 1657663"/>
              <a:gd name="connsiteX2" fmla="*/ 3454767 w 3454767"/>
              <a:gd name="connsiteY2" fmla="*/ 1656413 h 1657663"/>
              <a:gd name="connsiteX3" fmla="*/ 0 w 3454767"/>
              <a:gd name="connsiteY3" fmla="*/ 1657663 h 1657663"/>
              <a:gd name="connsiteX4" fmla="*/ 444208 w 3454767"/>
              <a:gd name="connsiteY4" fmla="*/ 0 h 1657663"/>
              <a:gd name="connsiteX0" fmla="*/ 444208 w 3454767"/>
              <a:gd name="connsiteY0" fmla="*/ 0 h 1656413"/>
              <a:gd name="connsiteX1" fmla="*/ 3454767 w 3454767"/>
              <a:gd name="connsiteY1" fmla="*/ 413 h 1656413"/>
              <a:gd name="connsiteX2" fmla="*/ 3454767 w 3454767"/>
              <a:gd name="connsiteY2" fmla="*/ 1656413 h 1656413"/>
              <a:gd name="connsiteX3" fmla="*/ 0 w 3454767"/>
              <a:gd name="connsiteY3" fmla="*/ 1654261 h 1656413"/>
              <a:gd name="connsiteX4" fmla="*/ 444208 w 3454767"/>
              <a:gd name="connsiteY4" fmla="*/ 0 h 1656413"/>
              <a:gd name="connsiteX0" fmla="*/ 449233 w 3459792"/>
              <a:gd name="connsiteY0" fmla="*/ 0 h 1656413"/>
              <a:gd name="connsiteX1" fmla="*/ 3459792 w 3459792"/>
              <a:gd name="connsiteY1" fmla="*/ 413 h 1656413"/>
              <a:gd name="connsiteX2" fmla="*/ 3459792 w 3459792"/>
              <a:gd name="connsiteY2" fmla="*/ 1656413 h 1656413"/>
              <a:gd name="connsiteX3" fmla="*/ 0 w 3459792"/>
              <a:gd name="connsiteY3" fmla="*/ 1655962 h 1656413"/>
              <a:gd name="connsiteX4" fmla="*/ 449233 w 3459792"/>
              <a:gd name="connsiteY4" fmla="*/ 0 h 165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9792" h="1656413">
                <a:moveTo>
                  <a:pt x="449233" y="0"/>
                </a:moveTo>
                <a:lnTo>
                  <a:pt x="3459792" y="413"/>
                </a:lnTo>
                <a:lnTo>
                  <a:pt x="3459792" y="1656413"/>
                </a:lnTo>
                <a:lnTo>
                  <a:pt x="0" y="1655962"/>
                </a:lnTo>
                <a:lnTo>
                  <a:pt x="449233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Platshållare för innehåll 2"/>
          <p:cNvSpPr>
            <a:spLocks noGrp="1"/>
          </p:cNvSpPr>
          <p:nvPr>
            <p:ph sz="quarter" idx="12" hasCustomPrompt="1"/>
          </p:nvPr>
        </p:nvSpPr>
        <p:spPr>
          <a:xfrm>
            <a:off x="684000" y="1440000"/>
            <a:ext cx="5112000" cy="2991068"/>
          </a:xfrm>
        </p:spPr>
        <p:txBody>
          <a:bodyPr/>
          <a:lstStyle>
            <a:lvl1pPr marL="216000" indent="-216000">
              <a:defRPr/>
            </a:lvl1pPr>
            <a:lvl2pPr marL="432000" indent="-216000">
              <a:defRPr/>
            </a:lvl2pPr>
            <a:lvl3pPr marL="648000" indent="-216000">
              <a:defRPr/>
            </a:lvl3pPr>
            <a:lvl4pPr marL="864000" indent="-216000">
              <a:defRPr/>
            </a:lvl4pPr>
            <a:lvl5pPr marL="1080000" indent="-216000">
              <a:defRPr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8" name="Rubrik 5">
            <a:extLst>
              <a:ext uri="{FF2B5EF4-FFF2-40B4-BE49-F238E27FC236}">
                <a16:creationId xmlns:a16="http://schemas.microsoft.com/office/drawing/2014/main" id="{ADE8B9EC-AF0B-CE4C-8243-45AF9ED465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5112000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9849B498-952B-BE4C-AE60-2D27D60236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69603EF-315C-AD45-88C9-585E8F2CB280}" type="datetime1">
              <a:rPr lang="sv-SE" smtClean="0"/>
              <a:t>2026-05-08</a:t>
            </a:fld>
            <a:endParaRPr lang="sv-SE"/>
          </a:p>
        </p:txBody>
      </p:sp>
      <p:sp>
        <p:nvSpPr>
          <p:cNvPr id="12" name="Platshållare för bildnummer 2">
            <a:extLst>
              <a:ext uri="{FF2B5EF4-FFF2-40B4-BE49-F238E27FC236}">
                <a16:creationId xmlns:a16="http://schemas.microsoft.com/office/drawing/2014/main" id="{776D6C1B-1539-304D-9604-A2250B9D8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5" name="Platshållare för sidfot 5">
            <a:extLst>
              <a:ext uri="{FF2B5EF4-FFF2-40B4-BE49-F238E27FC236}">
                <a16:creationId xmlns:a16="http://schemas.microsoft.com/office/drawing/2014/main" id="{9FF1D99C-A8BA-F74F-BB27-A15C38004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111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alt 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tshållare för bild 7">
            <a:extLst>
              <a:ext uri="{FF2B5EF4-FFF2-40B4-BE49-F238E27FC236}">
                <a16:creationId xmlns:a16="http://schemas.microsoft.com/office/drawing/2014/main" id="{61B5B853-6050-104B-B64B-70CD31ABC8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106107" y="0"/>
            <a:ext cx="5037893" cy="4876006"/>
          </a:xfrm>
          <a:custGeom>
            <a:avLst/>
            <a:gdLst>
              <a:gd name="connsiteX0" fmla="*/ 0 w 4118677"/>
              <a:gd name="connsiteY0" fmla="*/ 0 h 4901532"/>
              <a:gd name="connsiteX1" fmla="*/ 4118677 w 4118677"/>
              <a:gd name="connsiteY1" fmla="*/ 0 h 4901532"/>
              <a:gd name="connsiteX2" fmla="*/ 4118677 w 4118677"/>
              <a:gd name="connsiteY2" fmla="*/ 4901532 h 4901532"/>
              <a:gd name="connsiteX3" fmla="*/ 0 w 4118677"/>
              <a:gd name="connsiteY3" fmla="*/ 4901532 h 4901532"/>
              <a:gd name="connsiteX4" fmla="*/ 0 w 4118677"/>
              <a:gd name="connsiteY4" fmla="*/ 0 h 4901532"/>
              <a:gd name="connsiteX0" fmla="*/ 0 w 5077039"/>
              <a:gd name="connsiteY0" fmla="*/ 0 h 4901532"/>
              <a:gd name="connsiteX1" fmla="*/ 5077039 w 5077039"/>
              <a:gd name="connsiteY1" fmla="*/ 8792 h 4901532"/>
              <a:gd name="connsiteX2" fmla="*/ 4118677 w 5077039"/>
              <a:gd name="connsiteY2" fmla="*/ 4901532 h 4901532"/>
              <a:gd name="connsiteX3" fmla="*/ 0 w 5077039"/>
              <a:gd name="connsiteY3" fmla="*/ 4901532 h 4901532"/>
              <a:gd name="connsiteX4" fmla="*/ 0 w 5077039"/>
              <a:gd name="connsiteY4" fmla="*/ 0 h 4901532"/>
              <a:gd name="connsiteX0" fmla="*/ 0 w 5085831"/>
              <a:gd name="connsiteY0" fmla="*/ 0 h 4901532"/>
              <a:gd name="connsiteX1" fmla="*/ 5085831 w 5085831"/>
              <a:gd name="connsiteY1" fmla="*/ 0 h 4901532"/>
              <a:gd name="connsiteX2" fmla="*/ 4118677 w 5085831"/>
              <a:gd name="connsiteY2" fmla="*/ 4901532 h 4901532"/>
              <a:gd name="connsiteX3" fmla="*/ 0 w 5085831"/>
              <a:gd name="connsiteY3" fmla="*/ 4901532 h 4901532"/>
              <a:gd name="connsiteX4" fmla="*/ 0 w 5085831"/>
              <a:gd name="connsiteY4" fmla="*/ 0 h 4901532"/>
              <a:gd name="connsiteX0" fmla="*/ 0 w 5121576"/>
              <a:gd name="connsiteY0" fmla="*/ 0 h 4901532"/>
              <a:gd name="connsiteX1" fmla="*/ 5121576 w 5121576"/>
              <a:gd name="connsiteY1" fmla="*/ 0 h 4901532"/>
              <a:gd name="connsiteX2" fmla="*/ 4118677 w 5121576"/>
              <a:gd name="connsiteY2" fmla="*/ 4901532 h 4901532"/>
              <a:gd name="connsiteX3" fmla="*/ 0 w 5121576"/>
              <a:gd name="connsiteY3" fmla="*/ 4901532 h 4901532"/>
              <a:gd name="connsiteX4" fmla="*/ 0 w 5121576"/>
              <a:gd name="connsiteY4" fmla="*/ 0 h 4901532"/>
              <a:gd name="connsiteX0" fmla="*/ 0 w 5710525"/>
              <a:gd name="connsiteY0" fmla="*/ 0 h 4901532"/>
              <a:gd name="connsiteX1" fmla="*/ 5121576 w 5710525"/>
              <a:gd name="connsiteY1" fmla="*/ 0 h 4901532"/>
              <a:gd name="connsiteX2" fmla="*/ 5710525 w 5710525"/>
              <a:gd name="connsiteY2" fmla="*/ 4901532 h 4901532"/>
              <a:gd name="connsiteX3" fmla="*/ 0 w 5710525"/>
              <a:gd name="connsiteY3" fmla="*/ 4901532 h 4901532"/>
              <a:gd name="connsiteX4" fmla="*/ 0 w 5710525"/>
              <a:gd name="connsiteY4" fmla="*/ 0 h 4901532"/>
              <a:gd name="connsiteX0" fmla="*/ 0 w 5719669"/>
              <a:gd name="connsiteY0" fmla="*/ 0 h 4901532"/>
              <a:gd name="connsiteX1" fmla="*/ 5719669 w 5719669"/>
              <a:gd name="connsiteY1" fmla="*/ 9053 h 4901532"/>
              <a:gd name="connsiteX2" fmla="*/ 5710525 w 5719669"/>
              <a:gd name="connsiteY2" fmla="*/ 4901532 h 4901532"/>
              <a:gd name="connsiteX3" fmla="*/ 0 w 5719669"/>
              <a:gd name="connsiteY3" fmla="*/ 4901532 h 4901532"/>
              <a:gd name="connsiteX4" fmla="*/ 0 w 5719669"/>
              <a:gd name="connsiteY4" fmla="*/ 0 h 4901532"/>
              <a:gd name="connsiteX0" fmla="*/ 0 w 5719669"/>
              <a:gd name="connsiteY0" fmla="*/ 0 h 4919639"/>
              <a:gd name="connsiteX1" fmla="*/ 5719669 w 5719669"/>
              <a:gd name="connsiteY1" fmla="*/ 9053 h 4919639"/>
              <a:gd name="connsiteX2" fmla="*/ 5710525 w 5719669"/>
              <a:gd name="connsiteY2" fmla="*/ 4901532 h 4919639"/>
              <a:gd name="connsiteX3" fmla="*/ 1573445 w 5719669"/>
              <a:gd name="connsiteY3" fmla="*/ 4919639 h 4919639"/>
              <a:gd name="connsiteX4" fmla="*/ 0 w 5719669"/>
              <a:gd name="connsiteY4" fmla="*/ 0 h 4919639"/>
              <a:gd name="connsiteX0" fmla="*/ 0 w 5139979"/>
              <a:gd name="connsiteY0" fmla="*/ 9054 h 4910586"/>
              <a:gd name="connsiteX1" fmla="*/ 5139979 w 5139979"/>
              <a:gd name="connsiteY1" fmla="*/ 0 h 4910586"/>
              <a:gd name="connsiteX2" fmla="*/ 5130835 w 5139979"/>
              <a:gd name="connsiteY2" fmla="*/ 4892479 h 4910586"/>
              <a:gd name="connsiteX3" fmla="*/ 993755 w 5139979"/>
              <a:gd name="connsiteY3" fmla="*/ 4910586 h 4910586"/>
              <a:gd name="connsiteX4" fmla="*/ 0 w 5139979"/>
              <a:gd name="connsiteY4" fmla="*/ 9054 h 4910586"/>
              <a:gd name="connsiteX0" fmla="*/ 0 w 5139979"/>
              <a:gd name="connsiteY0" fmla="*/ 9054 h 4901532"/>
              <a:gd name="connsiteX1" fmla="*/ 5139979 w 5139979"/>
              <a:gd name="connsiteY1" fmla="*/ 0 h 4901532"/>
              <a:gd name="connsiteX2" fmla="*/ 5130835 w 5139979"/>
              <a:gd name="connsiteY2" fmla="*/ 4892479 h 4901532"/>
              <a:gd name="connsiteX3" fmla="*/ 993755 w 5139979"/>
              <a:gd name="connsiteY3" fmla="*/ 4901532 h 4901532"/>
              <a:gd name="connsiteX4" fmla="*/ 0 w 5139979"/>
              <a:gd name="connsiteY4" fmla="*/ 9054 h 4901532"/>
              <a:gd name="connsiteX0" fmla="*/ 0 w 5126312"/>
              <a:gd name="connsiteY0" fmla="*/ 2331 h 4901532"/>
              <a:gd name="connsiteX1" fmla="*/ 5126312 w 5126312"/>
              <a:gd name="connsiteY1" fmla="*/ 0 h 4901532"/>
              <a:gd name="connsiteX2" fmla="*/ 5117168 w 5126312"/>
              <a:gd name="connsiteY2" fmla="*/ 4892479 h 4901532"/>
              <a:gd name="connsiteX3" fmla="*/ 980088 w 5126312"/>
              <a:gd name="connsiteY3" fmla="*/ 4901532 h 4901532"/>
              <a:gd name="connsiteX4" fmla="*/ 0 w 5126312"/>
              <a:gd name="connsiteY4" fmla="*/ 2331 h 4901532"/>
              <a:gd name="connsiteX0" fmla="*/ 0 w 5139979"/>
              <a:gd name="connsiteY0" fmla="*/ 0 h 4912648"/>
              <a:gd name="connsiteX1" fmla="*/ 5139979 w 5139979"/>
              <a:gd name="connsiteY1" fmla="*/ 11116 h 4912648"/>
              <a:gd name="connsiteX2" fmla="*/ 5130835 w 5139979"/>
              <a:gd name="connsiteY2" fmla="*/ 4903595 h 4912648"/>
              <a:gd name="connsiteX3" fmla="*/ 993755 w 5139979"/>
              <a:gd name="connsiteY3" fmla="*/ 4912648 h 4912648"/>
              <a:gd name="connsiteX4" fmla="*/ 0 w 5139979"/>
              <a:gd name="connsiteY4" fmla="*/ 0 h 4912648"/>
              <a:gd name="connsiteX0" fmla="*/ 0 w 5126312"/>
              <a:gd name="connsiteY0" fmla="*/ 83013 h 4901532"/>
              <a:gd name="connsiteX1" fmla="*/ 5126312 w 5126312"/>
              <a:gd name="connsiteY1" fmla="*/ 0 h 4901532"/>
              <a:gd name="connsiteX2" fmla="*/ 5117168 w 5126312"/>
              <a:gd name="connsiteY2" fmla="*/ 4892479 h 4901532"/>
              <a:gd name="connsiteX3" fmla="*/ 980088 w 5126312"/>
              <a:gd name="connsiteY3" fmla="*/ 4901532 h 4901532"/>
              <a:gd name="connsiteX4" fmla="*/ 0 w 5126312"/>
              <a:gd name="connsiteY4" fmla="*/ 83013 h 4901532"/>
              <a:gd name="connsiteX0" fmla="*/ 0 w 5119478"/>
              <a:gd name="connsiteY0" fmla="*/ 0 h 4905924"/>
              <a:gd name="connsiteX1" fmla="*/ 5119478 w 5119478"/>
              <a:gd name="connsiteY1" fmla="*/ 4392 h 4905924"/>
              <a:gd name="connsiteX2" fmla="*/ 5110334 w 5119478"/>
              <a:gd name="connsiteY2" fmla="*/ 4896871 h 4905924"/>
              <a:gd name="connsiteX3" fmla="*/ 973254 w 5119478"/>
              <a:gd name="connsiteY3" fmla="*/ 4905924 h 4905924"/>
              <a:gd name="connsiteX4" fmla="*/ 0 w 5119478"/>
              <a:gd name="connsiteY4" fmla="*/ 0 h 4905924"/>
              <a:gd name="connsiteX0" fmla="*/ 0 w 5129396"/>
              <a:gd name="connsiteY0" fmla="*/ 0 h 4905924"/>
              <a:gd name="connsiteX1" fmla="*/ 5119478 w 5129396"/>
              <a:gd name="connsiteY1" fmla="*/ 4392 h 4905924"/>
              <a:gd name="connsiteX2" fmla="*/ 5129396 w 5129396"/>
              <a:gd name="connsiteY2" fmla="*/ 4892181 h 4905924"/>
              <a:gd name="connsiteX3" fmla="*/ 973254 w 5129396"/>
              <a:gd name="connsiteY3" fmla="*/ 4905924 h 4905924"/>
              <a:gd name="connsiteX4" fmla="*/ 0 w 5129396"/>
              <a:gd name="connsiteY4" fmla="*/ 0 h 4905924"/>
              <a:gd name="connsiteX0" fmla="*/ 0 w 5124629"/>
              <a:gd name="connsiteY0" fmla="*/ 0 h 4905924"/>
              <a:gd name="connsiteX1" fmla="*/ 5119478 w 5124629"/>
              <a:gd name="connsiteY1" fmla="*/ 4392 h 4905924"/>
              <a:gd name="connsiteX2" fmla="*/ 5124629 w 5124629"/>
              <a:gd name="connsiteY2" fmla="*/ 4901559 h 4905924"/>
              <a:gd name="connsiteX3" fmla="*/ 973254 w 5124629"/>
              <a:gd name="connsiteY3" fmla="*/ 4905924 h 4905924"/>
              <a:gd name="connsiteX4" fmla="*/ 0 w 5124629"/>
              <a:gd name="connsiteY4" fmla="*/ 0 h 4905924"/>
              <a:gd name="connsiteX0" fmla="*/ 0 w 5129395"/>
              <a:gd name="connsiteY0" fmla="*/ 0 h 4910938"/>
              <a:gd name="connsiteX1" fmla="*/ 5119478 w 5129395"/>
              <a:gd name="connsiteY1" fmla="*/ 4392 h 4910938"/>
              <a:gd name="connsiteX2" fmla="*/ 5129395 w 5129395"/>
              <a:gd name="connsiteY2" fmla="*/ 4910938 h 4910938"/>
              <a:gd name="connsiteX3" fmla="*/ 973254 w 5129395"/>
              <a:gd name="connsiteY3" fmla="*/ 4905924 h 4910938"/>
              <a:gd name="connsiteX4" fmla="*/ 0 w 5129395"/>
              <a:gd name="connsiteY4" fmla="*/ 0 h 4910938"/>
              <a:gd name="connsiteX0" fmla="*/ 0 w 5120105"/>
              <a:gd name="connsiteY0" fmla="*/ 0 h 4915627"/>
              <a:gd name="connsiteX1" fmla="*/ 5119478 w 5120105"/>
              <a:gd name="connsiteY1" fmla="*/ 4392 h 4915627"/>
              <a:gd name="connsiteX2" fmla="*/ 5115098 w 5120105"/>
              <a:gd name="connsiteY2" fmla="*/ 4915627 h 4915627"/>
              <a:gd name="connsiteX3" fmla="*/ 973254 w 5120105"/>
              <a:gd name="connsiteY3" fmla="*/ 4905924 h 4915627"/>
              <a:gd name="connsiteX4" fmla="*/ 0 w 5120105"/>
              <a:gd name="connsiteY4" fmla="*/ 0 h 4915627"/>
              <a:gd name="connsiteX0" fmla="*/ 0 w 5124630"/>
              <a:gd name="connsiteY0" fmla="*/ 0 h 4915627"/>
              <a:gd name="connsiteX1" fmla="*/ 5119478 w 5124630"/>
              <a:gd name="connsiteY1" fmla="*/ 4392 h 4915627"/>
              <a:gd name="connsiteX2" fmla="*/ 5124630 w 5124630"/>
              <a:gd name="connsiteY2" fmla="*/ 4915627 h 4915627"/>
              <a:gd name="connsiteX3" fmla="*/ 973254 w 5124630"/>
              <a:gd name="connsiteY3" fmla="*/ 4905924 h 4915627"/>
              <a:gd name="connsiteX4" fmla="*/ 0 w 5124630"/>
              <a:gd name="connsiteY4" fmla="*/ 0 h 4915627"/>
              <a:gd name="connsiteX0" fmla="*/ 0 w 5120542"/>
              <a:gd name="connsiteY0" fmla="*/ 0 h 4907160"/>
              <a:gd name="connsiteX1" fmla="*/ 5119478 w 5120542"/>
              <a:gd name="connsiteY1" fmla="*/ 4392 h 4907160"/>
              <a:gd name="connsiteX2" fmla="*/ 5120328 w 5120542"/>
              <a:gd name="connsiteY2" fmla="*/ 4907160 h 4907160"/>
              <a:gd name="connsiteX3" fmla="*/ 973254 w 5120542"/>
              <a:gd name="connsiteY3" fmla="*/ 4905924 h 4907160"/>
              <a:gd name="connsiteX4" fmla="*/ 0 w 5120542"/>
              <a:gd name="connsiteY4" fmla="*/ 0 h 4907160"/>
              <a:gd name="connsiteX0" fmla="*/ 0 w 5120542"/>
              <a:gd name="connsiteY0" fmla="*/ 4074 h 4911234"/>
              <a:gd name="connsiteX1" fmla="*/ 5119478 w 5120542"/>
              <a:gd name="connsiteY1" fmla="*/ 0 h 4911234"/>
              <a:gd name="connsiteX2" fmla="*/ 5120328 w 5120542"/>
              <a:gd name="connsiteY2" fmla="*/ 4911234 h 4911234"/>
              <a:gd name="connsiteX3" fmla="*/ 973254 w 5120542"/>
              <a:gd name="connsiteY3" fmla="*/ 4909998 h 4911234"/>
              <a:gd name="connsiteX4" fmla="*/ 0 w 5120542"/>
              <a:gd name="connsiteY4" fmla="*/ 4074 h 4911234"/>
              <a:gd name="connsiteX0" fmla="*/ 0 w 5124845"/>
              <a:gd name="connsiteY0" fmla="*/ 0 h 4919860"/>
              <a:gd name="connsiteX1" fmla="*/ 5123781 w 5124845"/>
              <a:gd name="connsiteY1" fmla="*/ 8626 h 4919860"/>
              <a:gd name="connsiteX2" fmla="*/ 5124631 w 5124845"/>
              <a:gd name="connsiteY2" fmla="*/ 4919860 h 4919860"/>
              <a:gd name="connsiteX3" fmla="*/ 977557 w 5124845"/>
              <a:gd name="connsiteY3" fmla="*/ 4918624 h 4919860"/>
              <a:gd name="connsiteX4" fmla="*/ 0 w 5124845"/>
              <a:gd name="connsiteY4" fmla="*/ 0 h 4919860"/>
              <a:gd name="connsiteX0" fmla="*/ 0 w 5120543"/>
              <a:gd name="connsiteY0" fmla="*/ 0 h 4915626"/>
              <a:gd name="connsiteX1" fmla="*/ 5119479 w 5120543"/>
              <a:gd name="connsiteY1" fmla="*/ 4392 h 4915626"/>
              <a:gd name="connsiteX2" fmla="*/ 5120329 w 5120543"/>
              <a:gd name="connsiteY2" fmla="*/ 4915626 h 4915626"/>
              <a:gd name="connsiteX3" fmla="*/ 973255 w 5120543"/>
              <a:gd name="connsiteY3" fmla="*/ 4914390 h 4915626"/>
              <a:gd name="connsiteX4" fmla="*/ 0 w 5120543"/>
              <a:gd name="connsiteY4" fmla="*/ 0 h 4915626"/>
              <a:gd name="connsiteX0" fmla="*/ 0 w 5120543"/>
              <a:gd name="connsiteY0" fmla="*/ 0 h 4911392"/>
              <a:gd name="connsiteX1" fmla="*/ 5119479 w 5120543"/>
              <a:gd name="connsiteY1" fmla="*/ 158 h 4911392"/>
              <a:gd name="connsiteX2" fmla="*/ 5120329 w 5120543"/>
              <a:gd name="connsiteY2" fmla="*/ 4911392 h 4911392"/>
              <a:gd name="connsiteX3" fmla="*/ 973255 w 5120543"/>
              <a:gd name="connsiteY3" fmla="*/ 4910156 h 4911392"/>
              <a:gd name="connsiteX4" fmla="*/ 0 w 5120543"/>
              <a:gd name="connsiteY4" fmla="*/ 0 h 4911392"/>
              <a:gd name="connsiteX0" fmla="*/ 0 w 5120156"/>
              <a:gd name="connsiteY0" fmla="*/ 0 h 4910156"/>
              <a:gd name="connsiteX1" fmla="*/ 5119479 w 5120156"/>
              <a:gd name="connsiteY1" fmla="*/ 158 h 4910156"/>
              <a:gd name="connsiteX2" fmla="*/ 5116047 w 5120156"/>
              <a:gd name="connsiteY2" fmla="*/ 4902965 h 4910156"/>
              <a:gd name="connsiteX3" fmla="*/ 973255 w 5120156"/>
              <a:gd name="connsiteY3" fmla="*/ 4910156 h 4910156"/>
              <a:gd name="connsiteX4" fmla="*/ 0 w 5120156"/>
              <a:gd name="connsiteY4" fmla="*/ 0 h 4910156"/>
              <a:gd name="connsiteX0" fmla="*/ 0 w 5120156"/>
              <a:gd name="connsiteY0" fmla="*/ 0 h 4902965"/>
              <a:gd name="connsiteX1" fmla="*/ 5119479 w 5120156"/>
              <a:gd name="connsiteY1" fmla="*/ 158 h 4902965"/>
              <a:gd name="connsiteX2" fmla="*/ 5116047 w 5120156"/>
              <a:gd name="connsiteY2" fmla="*/ 4902965 h 4902965"/>
              <a:gd name="connsiteX3" fmla="*/ 973255 w 5120156"/>
              <a:gd name="connsiteY3" fmla="*/ 4901728 h 4902965"/>
              <a:gd name="connsiteX4" fmla="*/ 0 w 5120156"/>
              <a:gd name="connsiteY4" fmla="*/ 0 h 4902965"/>
              <a:gd name="connsiteX0" fmla="*/ 0 w 5126895"/>
              <a:gd name="connsiteY0" fmla="*/ 0 h 4902965"/>
              <a:gd name="connsiteX1" fmla="*/ 5119479 w 5126895"/>
              <a:gd name="connsiteY1" fmla="*/ 158 h 4902965"/>
              <a:gd name="connsiteX2" fmla="*/ 5126895 w 5126895"/>
              <a:gd name="connsiteY2" fmla="*/ 4902965 h 4902965"/>
              <a:gd name="connsiteX3" fmla="*/ 973255 w 5126895"/>
              <a:gd name="connsiteY3" fmla="*/ 4901728 h 4902965"/>
              <a:gd name="connsiteX4" fmla="*/ 0 w 5126895"/>
              <a:gd name="connsiteY4" fmla="*/ 0 h 4902965"/>
              <a:gd name="connsiteX0" fmla="*/ 0 w 5120230"/>
              <a:gd name="connsiteY0" fmla="*/ 0 h 4902965"/>
              <a:gd name="connsiteX1" fmla="*/ 5119479 w 5120230"/>
              <a:gd name="connsiteY1" fmla="*/ 158 h 4902965"/>
              <a:gd name="connsiteX2" fmla="*/ 5117214 w 5120230"/>
              <a:gd name="connsiteY2" fmla="*/ 4902965 h 4902965"/>
              <a:gd name="connsiteX3" fmla="*/ 973255 w 5120230"/>
              <a:gd name="connsiteY3" fmla="*/ 4901728 h 4902965"/>
              <a:gd name="connsiteX4" fmla="*/ 0 w 5120230"/>
              <a:gd name="connsiteY4" fmla="*/ 0 h 490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230" h="4902965">
                <a:moveTo>
                  <a:pt x="0" y="0"/>
                </a:moveTo>
                <a:lnTo>
                  <a:pt x="5119479" y="158"/>
                </a:lnTo>
                <a:cubicBezTo>
                  <a:pt x="5122785" y="1635673"/>
                  <a:pt x="5113908" y="3267450"/>
                  <a:pt x="5117214" y="4902965"/>
                </a:cubicBezTo>
                <a:lnTo>
                  <a:pt x="973255" y="490172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 dirty="0" smtClean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1270153B-94A6-E744-8BC9-650BC793BEC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84000" y="1440000"/>
            <a:ext cx="3599968" cy="2942564"/>
          </a:xfrm>
        </p:spPr>
        <p:txBody>
          <a:bodyPr/>
          <a:lstStyle>
            <a:lvl1pPr marL="216000" indent="-216000">
              <a:defRPr/>
            </a:lvl1pPr>
            <a:lvl2pPr marL="432000" indent="-216000">
              <a:defRPr/>
            </a:lvl2pPr>
            <a:lvl3pPr marL="648000" indent="-216000">
              <a:defRPr/>
            </a:lvl3pPr>
            <a:lvl4pPr marL="864000" indent="-216000">
              <a:defRPr/>
            </a:lvl4pPr>
            <a:lvl5pPr marL="1080000" indent="-216000">
              <a:defRPr/>
            </a:lvl5pPr>
          </a:lstStyle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1" name="Rubrik 5">
            <a:extLst>
              <a:ext uri="{FF2B5EF4-FFF2-40B4-BE49-F238E27FC236}">
                <a16:creationId xmlns:a16="http://schemas.microsoft.com/office/drawing/2014/main" id="{3F30E36B-2076-8E49-9ED6-C6E2CF77A3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504000"/>
            <a:ext cx="3599968" cy="56940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sv-SE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D170C0C9-C224-CB43-9E68-830E0A545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61B5187-0628-0449-9ABC-99507DDB4C1B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C49D6A8C-6530-774C-BC2C-738D892CF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5" name="Platshållare för sidfot 5">
            <a:extLst>
              <a:ext uri="{FF2B5EF4-FFF2-40B4-BE49-F238E27FC236}">
                <a16:creationId xmlns:a16="http://schemas.microsoft.com/office/drawing/2014/main" id="{1B190B03-C5D0-4144-BE05-3B816EEDD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0981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8760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55141CB7-DA75-A042-B2E4-7F7BA978F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36E9F0-9548-9349-B47C-23D447D406AF}" type="datetime1">
              <a:rPr lang="sv-SE" smtClean="0"/>
              <a:t>2026-05-08</a:t>
            </a:fld>
            <a:endParaRPr lang="sv-SE"/>
          </a:p>
        </p:txBody>
      </p:sp>
      <p:sp>
        <p:nvSpPr>
          <p:cNvPr id="9" name="Platshållare för bildnummer 2">
            <a:extLst>
              <a:ext uri="{FF2B5EF4-FFF2-40B4-BE49-F238E27FC236}">
                <a16:creationId xmlns:a16="http://schemas.microsoft.com/office/drawing/2014/main" id="{F7D100E4-27C0-C840-9AA3-C2289DF3D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8" name="Platshållare för sidfot 5">
            <a:extLst>
              <a:ext uri="{FF2B5EF4-FFF2-40B4-BE49-F238E27FC236}">
                <a16:creationId xmlns:a16="http://schemas.microsoft.com/office/drawing/2014/main" id="{825189D2-7204-2C4E-8BF2-EE4C5555E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7501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tshållare för bild 2"/>
          <p:cNvSpPr>
            <a:spLocks noGrp="1"/>
          </p:cNvSpPr>
          <p:nvPr>
            <p:ph type="pic" idx="22" hasCustomPrompt="1"/>
          </p:nvPr>
        </p:nvSpPr>
        <p:spPr>
          <a:xfrm>
            <a:off x="4170373" y="2511073"/>
            <a:ext cx="4971600" cy="2364933"/>
          </a:xfrm>
          <a:custGeom>
            <a:avLst/>
            <a:gdLst>
              <a:gd name="connsiteX0" fmla="*/ 0 w 4461060"/>
              <a:gd name="connsiteY0" fmla="*/ 0 h 2527200"/>
              <a:gd name="connsiteX1" fmla="*/ 4461060 w 4461060"/>
              <a:gd name="connsiteY1" fmla="*/ 0 h 2527200"/>
              <a:gd name="connsiteX2" fmla="*/ 4461060 w 4461060"/>
              <a:gd name="connsiteY2" fmla="*/ 2527200 h 2527200"/>
              <a:gd name="connsiteX3" fmla="*/ 0 w 4461060"/>
              <a:gd name="connsiteY3" fmla="*/ 2527200 h 2527200"/>
              <a:gd name="connsiteX4" fmla="*/ 0 w 4461060"/>
              <a:gd name="connsiteY4" fmla="*/ 0 h 2527200"/>
              <a:gd name="connsiteX0" fmla="*/ 497434 w 4958494"/>
              <a:gd name="connsiteY0" fmla="*/ 0 h 2527200"/>
              <a:gd name="connsiteX1" fmla="*/ 4958494 w 4958494"/>
              <a:gd name="connsiteY1" fmla="*/ 0 h 2527200"/>
              <a:gd name="connsiteX2" fmla="*/ 4958494 w 4958494"/>
              <a:gd name="connsiteY2" fmla="*/ 2527200 h 2527200"/>
              <a:gd name="connsiteX3" fmla="*/ 0 w 4958494"/>
              <a:gd name="connsiteY3" fmla="*/ 2512570 h 2527200"/>
              <a:gd name="connsiteX4" fmla="*/ 497434 w 4958494"/>
              <a:gd name="connsiteY4" fmla="*/ 0 h 2527200"/>
              <a:gd name="connsiteX0" fmla="*/ 497434 w 4958494"/>
              <a:gd name="connsiteY0" fmla="*/ 0 h 2527200"/>
              <a:gd name="connsiteX1" fmla="*/ 4958494 w 4958494"/>
              <a:gd name="connsiteY1" fmla="*/ 0 h 2527200"/>
              <a:gd name="connsiteX2" fmla="*/ 4958494 w 4958494"/>
              <a:gd name="connsiteY2" fmla="*/ 2527200 h 2527200"/>
              <a:gd name="connsiteX3" fmla="*/ 0 w 4958494"/>
              <a:gd name="connsiteY3" fmla="*/ 2512570 h 2527200"/>
              <a:gd name="connsiteX4" fmla="*/ 497434 w 4958494"/>
              <a:gd name="connsiteY4" fmla="*/ 0 h 2527200"/>
              <a:gd name="connsiteX0" fmla="*/ 497434 w 4958494"/>
              <a:gd name="connsiteY0" fmla="*/ 0 h 2527200"/>
              <a:gd name="connsiteX1" fmla="*/ 4958494 w 4958494"/>
              <a:gd name="connsiteY1" fmla="*/ 0 h 2527200"/>
              <a:gd name="connsiteX2" fmla="*/ 4958494 w 4958494"/>
              <a:gd name="connsiteY2" fmla="*/ 2527200 h 2527200"/>
              <a:gd name="connsiteX3" fmla="*/ 0 w 4958494"/>
              <a:gd name="connsiteY3" fmla="*/ 2512570 h 2527200"/>
              <a:gd name="connsiteX4" fmla="*/ 497434 w 4958494"/>
              <a:gd name="connsiteY4" fmla="*/ 0 h 2527200"/>
              <a:gd name="connsiteX0" fmla="*/ 504749 w 4965809"/>
              <a:gd name="connsiteY0" fmla="*/ 0 h 2527200"/>
              <a:gd name="connsiteX1" fmla="*/ 4965809 w 4965809"/>
              <a:gd name="connsiteY1" fmla="*/ 0 h 2527200"/>
              <a:gd name="connsiteX2" fmla="*/ 4965809 w 4965809"/>
              <a:gd name="connsiteY2" fmla="*/ 2527200 h 2527200"/>
              <a:gd name="connsiteX3" fmla="*/ 0 w 4965809"/>
              <a:gd name="connsiteY3" fmla="*/ 2527200 h 2527200"/>
              <a:gd name="connsiteX4" fmla="*/ 504749 w 4965809"/>
              <a:gd name="connsiteY4" fmla="*/ 0 h 2527200"/>
              <a:gd name="connsiteX0" fmla="*/ 473487 w 4965809"/>
              <a:gd name="connsiteY0" fmla="*/ 0 h 2527200"/>
              <a:gd name="connsiteX1" fmla="*/ 4965809 w 4965809"/>
              <a:gd name="connsiteY1" fmla="*/ 0 h 2527200"/>
              <a:gd name="connsiteX2" fmla="*/ 4965809 w 4965809"/>
              <a:gd name="connsiteY2" fmla="*/ 2527200 h 2527200"/>
              <a:gd name="connsiteX3" fmla="*/ 0 w 4965809"/>
              <a:gd name="connsiteY3" fmla="*/ 2527200 h 2527200"/>
              <a:gd name="connsiteX4" fmla="*/ 473487 w 4965809"/>
              <a:gd name="connsiteY4" fmla="*/ 0 h 2527200"/>
              <a:gd name="connsiteX0" fmla="*/ 473487 w 4965809"/>
              <a:gd name="connsiteY0" fmla="*/ 0 h 2649964"/>
              <a:gd name="connsiteX1" fmla="*/ 4965809 w 4965809"/>
              <a:gd name="connsiteY1" fmla="*/ 0 h 2649964"/>
              <a:gd name="connsiteX2" fmla="*/ 4965809 w 4965809"/>
              <a:gd name="connsiteY2" fmla="*/ 2527200 h 2649964"/>
              <a:gd name="connsiteX3" fmla="*/ 0 w 4965809"/>
              <a:gd name="connsiteY3" fmla="*/ 2649964 h 2649964"/>
              <a:gd name="connsiteX4" fmla="*/ 473487 w 4965809"/>
              <a:gd name="connsiteY4" fmla="*/ 0 h 2649964"/>
              <a:gd name="connsiteX0" fmla="*/ 473487 w 4965809"/>
              <a:gd name="connsiteY0" fmla="*/ 0 h 2667504"/>
              <a:gd name="connsiteX1" fmla="*/ 4965809 w 4965809"/>
              <a:gd name="connsiteY1" fmla="*/ 0 h 2667504"/>
              <a:gd name="connsiteX2" fmla="*/ 4950178 w 4965809"/>
              <a:gd name="connsiteY2" fmla="*/ 2667504 h 2667504"/>
              <a:gd name="connsiteX3" fmla="*/ 0 w 4965809"/>
              <a:gd name="connsiteY3" fmla="*/ 2649964 h 2667504"/>
              <a:gd name="connsiteX4" fmla="*/ 473487 w 4965809"/>
              <a:gd name="connsiteY4" fmla="*/ 0 h 2667504"/>
              <a:gd name="connsiteX0" fmla="*/ 473487 w 4965809"/>
              <a:gd name="connsiteY0" fmla="*/ 0 h 2658734"/>
              <a:gd name="connsiteX1" fmla="*/ 4965809 w 4965809"/>
              <a:gd name="connsiteY1" fmla="*/ 0 h 2658734"/>
              <a:gd name="connsiteX2" fmla="*/ 4950178 w 4965809"/>
              <a:gd name="connsiteY2" fmla="*/ 2658734 h 2658734"/>
              <a:gd name="connsiteX3" fmla="*/ 0 w 4965809"/>
              <a:gd name="connsiteY3" fmla="*/ 2649964 h 2658734"/>
              <a:gd name="connsiteX4" fmla="*/ 473487 w 4965809"/>
              <a:gd name="connsiteY4" fmla="*/ 0 h 2658734"/>
              <a:gd name="connsiteX0" fmla="*/ 481303 w 4973625"/>
              <a:gd name="connsiteY0" fmla="*/ 0 h 2667501"/>
              <a:gd name="connsiteX1" fmla="*/ 4973625 w 4973625"/>
              <a:gd name="connsiteY1" fmla="*/ 0 h 2667501"/>
              <a:gd name="connsiteX2" fmla="*/ 4957994 w 4973625"/>
              <a:gd name="connsiteY2" fmla="*/ 2658734 h 2667501"/>
              <a:gd name="connsiteX3" fmla="*/ 0 w 4973625"/>
              <a:gd name="connsiteY3" fmla="*/ 2667501 h 2667501"/>
              <a:gd name="connsiteX4" fmla="*/ 481303 w 4973625"/>
              <a:gd name="connsiteY4" fmla="*/ 0 h 2667501"/>
              <a:gd name="connsiteX0" fmla="*/ 496934 w 4973625"/>
              <a:gd name="connsiteY0" fmla="*/ 0 h 2676269"/>
              <a:gd name="connsiteX1" fmla="*/ 4973625 w 4973625"/>
              <a:gd name="connsiteY1" fmla="*/ 8768 h 2676269"/>
              <a:gd name="connsiteX2" fmla="*/ 4957994 w 4973625"/>
              <a:gd name="connsiteY2" fmla="*/ 2667502 h 2676269"/>
              <a:gd name="connsiteX3" fmla="*/ 0 w 4973625"/>
              <a:gd name="connsiteY3" fmla="*/ 2676269 h 2676269"/>
              <a:gd name="connsiteX4" fmla="*/ 496934 w 4973625"/>
              <a:gd name="connsiteY4" fmla="*/ 0 h 2676269"/>
              <a:gd name="connsiteX0" fmla="*/ 496934 w 4965809"/>
              <a:gd name="connsiteY0" fmla="*/ 0 h 2676269"/>
              <a:gd name="connsiteX1" fmla="*/ 4965809 w 4965809"/>
              <a:gd name="connsiteY1" fmla="*/ 0 h 2676269"/>
              <a:gd name="connsiteX2" fmla="*/ 4957994 w 4965809"/>
              <a:gd name="connsiteY2" fmla="*/ 2667502 h 2676269"/>
              <a:gd name="connsiteX3" fmla="*/ 0 w 4965809"/>
              <a:gd name="connsiteY3" fmla="*/ 2676269 h 2676269"/>
              <a:gd name="connsiteX4" fmla="*/ 496934 w 4965809"/>
              <a:gd name="connsiteY4" fmla="*/ 0 h 2676269"/>
              <a:gd name="connsiteX0" fmla="*/ 496934 w 4965809"/>
              <a:gd name="connsiteY0" fmla="*/ 0 h 2676270"/>
              <a:gd name="connsiteX1" fmla="*/ 4965809 w 4965809"/>
              <a:gd name="connsiteY1" fmla="*/ 0 h 2676270"/>
              <a:gd name="connsiteX2" fmla="*/ 4957994 w 4965809"/>
              <a:gd name="connsiteY2" fmla="*/ 2676270 h 2676270"/>
              <a:gd name="connsiteX3" fmla="*/ 0 w 4965809"/>
              <a:gd name="connsiteY3" fmla="*/ 2676269 h 2676270"/>
              <a:gd name="connsiteX4" fmla="*/ 496934 w 4965809"/>
              <a:gd name="connsiteY4" fmla="*/ 0 h 2676270"/>
              <a:gd name="connsiteX0" fmla="*/ 490171 w 4965809"/>
              <a:gd name="connsiteY0" fmla="*/ 22799 h 2676270"/>
              <a:gd name="connsiteX1" fmla="*/ 4965809 w 4965809"/>
              <a:gd name="connsiteY1" fmla="*/ 0 h 2676270"/>
              <a:gd name="connsiteX2" fmla="*/ 4957994 w 4965809"/>
              <a:gd name="connsiteY2" fmla="*/ 2676270 h 2676270"/>
              <a:gd name="connsiteX3" fmla="*/ 0 w 4965809"/>
              <a:gd name="connsiteY3" fmla="*/ 2676269 h 2676270"/>
              <a:gd name="connsiteX4" fmla="*/ 490171 w 4965809"/>
              <a:gd name="connsiteY4" fmla="*/ 22799 h 2676270"/>
              <a:gd name="connsiteX0" fmla="*/ 469883 w 4965809"/>
              <a:gd name="connsiteY0" fmla="*/ 22799 h 2676270"/>
              <a:gd name="connsiteX1" fmla="*/ 4965809 w 4965809"/>
              <a:gd name="connsiteY1" fmla="*/ 0 h 2676270"/>
              <a:gd name="connsiteX2" fmla="*/ 4957994 w 4965809"/>
              <a:gd name="connsiteY2" fmla="*/ 2676270 h 2676270"/>
              <a:gd name="connsiteX3" fmla="*/ 0 w 4965809"/>
              <a:gd name="connsiteY3" fmla="*/ 2676269 h 2676270"/>
              <a:gd name="connsiteX4" fmla="*/ 469883 w 4965809"/>
              <a:gd name="connsiteY4" fmla="*/ 22799 h 2676270"/>
              <a:gd name="connsiteX0" fmla="*/ 469883 w 4959044"/>
              <a:gd name="connsiteY0" fmla="*/ 0 h 2653471"/>
              <a:gd name="connsiteX1" fmla="*/ 4952283 w 4959044"/>
              <a:gd name="connsiteY1" fmla="*/ 0 h 2653471"/>
              <a:gd name="connsiteX2" fmla="*/ 4957994 w 4959044"/>
              <a:gd name="connsiteY2" fmla="*/ 2653471 h 2653471"/>
              <a:gd name="connsiteX3" fmla="*/ 0 w 4959044"/>
              <a:gd name="connsiteY3" fmla="*/ 2653470 h 2653471"/>
              <a:gd name="connsiteX4" fmla="*/ 469883 w 4959044"/>
              <a:gd name="connsiteY4" fmla="*/ 0 h 2653471"/>
              <a:gd name="connsiteX0" fmla="*/ 469883 w 4972572"/>
              <a:gd name="connsiteY0" fmla="*/ 7599 h 2661070"/>
              <a:gd name="connsiteX1" fmla="*/ 4972572 w 4972572"/>
              <a:gd name="connsiteY1" fmla="*/ 0 h 2661070"/>
              <a:gd name="connsiteX2" fmla="*/ 4957994 w 4972572"/>
              <a:gd name="connsiteY2" fmla="*/ 2661070 h 2661070"/>
              <a:gd name="connsiteX3" fmla="*/ 0 w 4972572"/>
              <a:gd name="connsiteY3" fmla="*/ 2661069 h 2661070"/>
              <a:gd name="connsiteX4" fmla="*/ 469883 w 4972572"/>
              <a:gd name="connsiteY4" fmla="*/ 7599 h 2661070"/>
              <a:gd name="connsiteX0" fmla="*/ 469883 w 4959630"/>
              <a:gd name="connsiteY0" fmla="*/ 0 h 2653471"/>
              <a:gd name="connsiteX1" fmla="*/ 4959047 w 4959630"/>
              <a:gd name="connsiteY1" fmla="*/ 7601 h 2653471"/>
              <a:gd name="connsiteX2" fmla="*/ 4957994 w 4959630"/>
              <a:gd name="connsiteY2" fmla="*/ 2653471 h 2653471"/>
              <a:gd name="connsiteX3" fmla="*/ 0 w 4959630"/>
              <a:gd name="connsiteY3" fmla="*/ 2653470 h 2653471"/>
              <a:gd name="connsiteX4" fmla="*/ 469883 w 4959630"/>
              <a:gd name="connsiteY4" fmla="*/ 0 h 2653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9630" h="2653471">
                <a:moveTo>
                  <a:pt x="469883" y="0"/>
                </a:moveTo>
                <a:lnTo>
                  <a:pt x="4959047" y="7601"/>
                </a:lnTo>
                <a:cubicBezTo>
                  <a:pt x="4953837" y="896769"/>
                  <a:pt x="4963204" y="1764303"/>
                  <a:pt x="4957994" y="2653471"/>
                </a:cubicBezTo>
                <a:lnTo>
                  <a:pt x="0" y="2653470"/>
                </a:lnTo>
                <a:lnTo>
                  <a:pt x="469883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6" name="Platshållare för bild 7">
            <a:extLst>
              <a:ext uri="{FF2B5EF4-FFF2-40B4-BE49-F238E27FC236}">
                <a16:creationId xmlns:a16="http://schemas.microsoft.com/office/drawing/2014/main" id="{B56819B3-5642-3544-81C9-3725283DE1C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-25526"/>
            <a:ext cx="5039217" cy="4901532"/>
          </a:xfrm>
          <a:custGeom>
            <a:avLst/>
            <a:gdLst>
              <a:gd name="connsiteX0" fmla="*/ 0 w 4118677"/>
              <a:gd name="connsiteY0" fmla="*/ 0 h 4901532"/>
              <a:gd name="connsiteX1" fmla="*/ 4118677 w 4118677"/>
              <a:gd name="connsiteY1" fmla="*/ 0 h 4901532"/>
              <a:gd name="connsiteX2" fmla="*/ 4118677 w 4118677"/>
              <a:gd name="connsiteY2" fmla="*/ 4901532 h 4901532"/>
              <a:gd name="connsiteX3" fmla="*/ 0 w 4118677"/>
              <a:gd name="connsiteY3" fmla="*/ 4901532 h 4901532"/>
              <a:gd name="connsiteX4" fmla="*/ 0 w 4118677"/>
              <a:gd name="connsiteY4" fmla="*/ 0 h 4901532"/>
              <a:gd name="connsiteX0" fmla="*/ 0 w 5077039"/>
              <a:gd name="connsiteY0" fmla="*/ 0 h 4901532"/>
              <a:gd name="connsiteX1" fmla="*/ 5077039 w 5077039"/>
              <a:gd name="connsiteY1" fmla="*/ 8792 h 4901532"/>
              <a:gd name="connsiteX2" fmla="*/ 4118677 w 5077039"/>
              <a:gd name="connsiteY2" fmla="*/ 4901532 h 4901532"/>
              <a:gd name="connsiteX3" fmla="*/ 0 w 5077039"/>
              <a:gd name="connsiteY3" fmla="*/ 4901532 h 4901532"/>
              <a:gd name="connsiteX4" fmla="*/ 0 w 5077039"/>
              <a:gd name="connsiteY4" fmla="*/ 0 h 4901532"/>
              <a:gd name="connsiteX0" fmla="*/ 0 w 5085831"/>
              <a:gd name="connsiteY0" fmla="*/ 0 h 4901532"/>
              <a:gd name="connsiteX1" fmla="*/ 5085831 w 5085831"/>
              <a:gd name="connsiteY1" fmla="*/ 0 h 4901532"/>
              <a:gd name="connsiteX2" fmla="*/ 4118677 w 5085831"/>
              <a:gd name="connsiteY2" fmla="*/ 4901532 h 4901532"/>
              <a:gd name="connsiteX3" fmla="*/ 0 w 5085831"/>
              <a:gd name="connsiteY3" fmla="*/ 4901532 h 4901532"/>
              <a:gd name="connsiteX4" fmla="*/ 0 w 5085831"/>
              <a:gd name="connsiteY4" fmla="*/ 0 h 4901532"/>
              <a:gd name="connsiteX0" fmla="*/ 0 w 5121576"/>
              <a:gd name="connsiteY0" fmla="*/ 0 h 4901532"/>
              <a:gd name="connsiteX1" fmla="*/ 5121576 w 5121576"/>
              <a:gd name="connsiteY1" fmla="*/ 0 h 4901532"/>
              <a:gd name="connsiteX2" fmla="*/ 4118677 w 5121576"/>
              <a:gd name="connsiteY2" fmla="*/ 4901532 h 4901532"/>
              <a:gd name="connsiteX3" fmla="*/ 0 w 5121576"/>
              <a:gd name="connsiteY3" fmla="*/ 4901532 h 4901532"/>
              <a:gd name="connsiteX4" fmla="*/ 0 w 5121576"/>
              <a:gd name="connsiteY4" fmla="*/ 0 h 4901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1576" h="4901532">
                <a:moveTo>
                  <a:pt x="0" y="0"/>
                </a:moveTo>
                <a:lnTo>
                  <a:pt x="5121576" y="0"/>
                </a:lnTo>
                <a:lnTo>
                  <a:pt x="4118677" y="4901532"/>
                </a:lnTo>
                <a:lnTo>
                  <a:pt x="0" y="49015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180000" indent="-180000" algn="ctr">
              <a:buNone/>
              <a:defRPr lang="sv-SE" sz="1600" noProof="0" dirty="0" smtClean="0"/>
            </a:lvl1pPr>
          </a:lstStyle>
          <a:p>
            <a:pPr marL="0" marR="0" lvl="0" indent="0" algn="ctr" latinLnBrk="0">
              <a:buClrTx/>
              <a:buSzTx/>
              <a:tabLst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8" name="Platshållare för bild 2"/>
          <p:cNvSpPr>
            <a:spLocks noGrp="1"/>
          </p:cNvSpPr>
          <p:nvPr>
            <p:ph type="pic" idx="13" hasCustomPrompt="1"/>
          </p:nvPr>
        </p:nvSpPr>
        <p:spPr>
          <a:xfrm>
            <a:off x="4667012" y="-39558"/>
            <a:ext cx="4485250" cy="2452327"/>
          </a:xfrm>
          <a:custGeom>
            <a:avLst/>
            <a:gdLst>
              <a:gd name="connsiteX0" fmla="*/ 0 w 4461060"/>
              <a:gd name="connsiteY0" fmla="*/ 0 h 2527200"/>
              <a:gd name="connsiteX1" fmla="*/ 4461060 w 4461060"/>
              <a:gd name="connsiteY1" fmla="*/ 0 h 2527200"/>
              <a:gd name="connsiteX2" fmla="*/ 4461060 w 4461060"/>
              <a:gd name="connsiteY2" fmla="*/ 2527200 h 2527200"/>
              <a:gd name="connsiteX3" fmla="*/ 0 w 4461060"/>
              <a:gd name="connsiteY3" fmla="*/ 2527200 h 2527200"/>
              <a:gd name="connsiteX4" fmla="*/ 0 w 4461060"/>
              <a:gd name="connsiteY4" fmla="*/ 0 h 2527200"/>
              <a:gd name="connsiteX0" fmla="*/ 475488 w 4461060"/>
              <a:gd name="connsiteY0" fmla="*/ 0 h 2534515"/>
              <a:gd name="connsiteX1" fmla="*/ 4461060 w 4461060"/>
              <a:gd name="connsiteY1" fmla="*/ 7315 h 2534515"/>
              <a:gd name="connsiteX2" fmla="*/ 4461060 w 4461060"/>
              <a:gd name="connsiteY2" fmla="*/ 2534515 h 2534515"/>
              <a:gd name="connsiteX3" fmla="*/ 0 w 4461060"/>
              <a:gd name="connsiteY3" fmla="*/ 2534515 h 2534515"/>
              <a:gd name="connsiteX4" fmla="*/ 475488 w 4461060"/>
              <a:gd name="connsiteY4" fmla="*/ 0 h 2534515"/>
              <a:gd name="connsiteX0" fmla="*/ 495808 w 4481380"/>
              <a:gd name="connsiteY0" fmla="*/ 0 h 2541544"/>
              <a:gd name="connsiteX1" fmla="*/ 4481380 w 4481380"/>
              <a:gd name="connsiteY1" fmla="*/ 7315 h 2541544"/>
              <a:gd name="connsiteX2" fmla="*/ 4481380 w 4481380"/>
              <a:gd name="connsiteY2" fmla="*/ 2534515 h 2541544"/>
              <a:gd name="connsiteX3" fmla="*/ 0 w 4481380"/>
              <a:gd name="connsiteY3" fmla="*/ 2541544 h 2541544"/>
              <a:gd name="connsiteX4" fmla="*/ 495808 w 4481380"/>
              <a:gd name="connsiteY4" fmla="*/ 0 h 2541544"/>
              <a:gd name="connsiteX0" fmla="*/ 475488 w 4461060"/>
              <a:gd name="connsiteY0" fmla="*/ 0 h 2534516"/>
              <a:gd name="connsiteX1" fmla="*/ 4461060 w 4461060"/>
              <a:gd name="connsiteY1" fmla="*/ 7315 h 2534516"/>
              <a:gd name="connsiteX2" fmla="*/ 4461060 w 4461060"/>
              <a:gd name="connsiteY2" fmla="*/ 2534515 h 2534516"/>
              <a:gd name="connsiteX3" fmla="*/ 0 w 4461060"/>
              <a:gd name="connsiteY3" fmla="*/ 2534516 h 2534516"/>
              <a:gd name="connsiteX4" fmla="*/ 475488 w 4461060"/>
              <a:gd name="connsiteY4" fmla="*/ 0 h 2534516"/>
              <a:gd name="connsiteX0" fmla="*/ 475488 w 4461060"/>
              <a:gd name="connsiteY0" fmla="*/ 14412 h 2548928"/>
              <a:gd name="connsiteX1" fmla="*/ 4461060 w 4461060"/>
              <a:gd name="connsiteY1" fmla="*/ 0 h 2548928"/>
              <a:gd name="connsiteX2" fmla="*/ 4461060 w 4461060"/>
              <a:gd name="connsiteY2" fmla="*/ 2548927 h 2548928"/>
              <a:gd name="connsiteX3" fmla="*/ 0 w 4461060"/>
              <a:gd name="connsiteY3" fmla="*/ 2548928 h 2548928"/>
              <a:gd name="connsiteX4" fmla="*/ 475488 w 4461060"/>
              <a:gd name="connsiteY4" fmla="*/ 14412 h 2548928"/>
              <a:gd name="connsiteX0" fmla="*/ 475488 w 4465293"/>
              <a:gd name="connsiteY0" fmla="*/ 0 h 2534516"/>
              <a:gd name="connsiteX1" fmla="*/ 4465293 w 4465293"/>
              <a:gd name="connsiteY1" fmla="*/ 3158 h 2534516"/>
              <a:gd name="connsiteX2" fmla="*/ 4461060 w 4465293"/>
              <a:gd name="connsiteY2" fmla="*/ 2534515 h 2534516"/>
              <a:gd name="connsiteX3" fmla="*/ 0 w 4465293"/>
              <a:gd name="connsiteY3" fmla="*/ 2534516 h 2534516"/>
              <a:gd name="connsiteX4" fmla="*/ 475488 w 4465293"/>
              <a:gd name="connsiteY4" fmla="*/ 0 h 2534516"/>
              <a:gd name="connsiteX0" fmla="*/ 475488 w 4465293"/>
              <a:gd name="connsiteY0" fmla="*/ 10019 h 2544535"/>
              <a:gd name="connsiteX1" fmla="*/ 4465293 w 4465293"/>
              <a:gd name="connsiteY1" fmla="*/ 0 h 2544535"/>
              <a:gd name="connsiteX2" fmla="*/ 4461060 w 4465293"/>
              <a:gd name="connsiteY2" fmla="*/ 2544534 h 2544535"/>
              <a:gd name="connsiteX3" fmla="*/ 0 w 4465293"/>
              <a:gd name="connsiteY3" fmla="*/ 2544535 h 2544535"/>
              <a:gd name="connsiteX4" fmla="*/ 475488 w 4465293"/>
              <a:gd name="connsiteY4" fmla="*/ 10019 h 2544535"/>
              <a:gd name="connsiteX0" fmla="*/ 479722 w 4465293"/>
              <a:gd name="connsiteY0" fmla="*/ 1234 h 2544535"/>
              <a:gd name="connsiteX1" fmla="*/ 4465293 w 4465293"/>
              <a:gd name="connsiteY1" fmla="*/ 0 h 2544535"/>
              <a:gd name="connsiteX2" fmla="*/ 4461060 w 4465293"/>
              <a:gd name="connsiteY2" fmla="*/ 2544534 h 2544535"/>
              <a:gd name="connsiteX3" fmla="*/ 0 w 4465293"/>
              <a:gd name="connsiteY3" fmla="*/ 2544535 h 2544535"/>
              <a:gd name="connsiteX4" fmla="*/ 479722 w 4465293"/>
              <a:gd name="connsiteY4" fmla="*/ 1234 h 2544535"/>
              <a:gd name="connsiteX0" fmla="*/ 492422 w 4477993"/>
              <a:gd name="connsiteY0" fmla="*/ 1234 h 2544535"/>
              <a:gd name="connsiteX1" fmla="*/ 4477993 w 4477993"/>
              <a:gd name="connsiteY1" fmla="*/ 0 h 2544535"/>
              <a:gd name="connsiteX2" fmla="*/ 4473760 w 4477993"/>
              <a:gd name="connsiteY2" fmla="*/ 2544534 h 2544535"/>
              <a:gd name="connsiteX3" fmla="*/ 0 w 4477993"/>
              <a:gd name="connsiteY3" fmla="*/ 2544535 h 2544535"/>
              <a:gd name="connsiteX4" fmla="*/ 492422 w 4477993"/>
              <a:gd name="connsiteY4" fmla="*/ 1234 h 2544535"/>
              <a:gd name="connsiteX0" fmla="*/ 475489 w 4477993"/>
              <a:gd name="connsiteY0" fmla="*/ 1234 h 2544535"/>
              <a:gd name="connsiteX1" fmla="*/ 4477993 w 4477993"/>
              <a:gd name="connsiteY1" fmla="*/ 0 h 2544535"/>
              <a:gd name="connsiteX2" fmla="*/ 4473760 w 4477993"/>
              <a:gd name="connsiteY2" fmla="*/ 2544534 h 2544535"/>
              <a:gd name="connsiteX3" fmla="*/ 0 w 4477993"/>
              <a:gd name="connsiteY3" fmla="*/ 2544535 h 2544535"/>
              <a:gd name="connsiteX4" fmla="*/ 475489 w 4477993"/>
              <a:gd name="connsiteY4" fmla="*/ 1234 h 2544535"/>
              <a:gd name="connsiteX0" fmla="*/ 482746 w 4485250"/>
              <a:gd name="connsiteY0" fmla="*/ 1234 h 2544535"/>
              <a:gd name="connsiteX1" fmla="*/ 4485250 w 4485250"/>
              <a:gd name="connsiteY1" fmla="*/ 0 h 2544535"/>
              <a:gd name="connsiteX2" fmla="*/ 4481017 w 4485250"/>
              <a:gd name="connsiteY2" fmla="*/ 2544534 h 2544535"/>
              <a:gd name="connsiteX3" fmla="*/ 0 w 4485250"/>
              <a:gd name="connsiteY3" fmla="*/ 2544535 h 2544535"/>
              <a:gd name="connsiteX4" fmla="*/ 482746 w 4485250"/>
              <a:gd name="connsiteY4" fmla="*/ 1234 h 254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5250" h="2544535">
                <a:moveTo>
                  <a:pt x="482746" y="1234"/>
                </a:moveTo>
                <a:lnTo>
                  <a:pt x="4485250" y="0"/>
                </a:lnTo>
                <a:lnTo>
                  <a:pt x="4481017" y="2544534"/>
                </a:lnTo>
                <a:lnTo>
                  <a:pt x="0" y="2544535"/>
                </a:lnTo>
                <a:lnTo>
                  <a:pt x="482746" y="123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1D1B6B70-74BD-3A4A-9052-D5596E26F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16ED3F9-87E5-5B45-9439-6B941DA98058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24461A7C-993E-2B4D-9EB3-C961DE0A8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1" name="Platshållare för sidfot 5">
            <a:extLst>
              <a:ext uri="{FF2B5EF4-FFF2-40B4-BE49-F238E27FC236}">
                <a16:creationId xmlns:a16="http://schemas.microsoft.com/office/drawing/2014/main" id="{AFDA3330-B17F-254A-AB97-BF82D58AB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8462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tshållare för bild 2"/>
          <p:cNvSpPr>
            <a:spLocks noGrp="1"/>
          </p:cNvSpPr>
          <p:nvPr>
            <p:ph type="pic" idx="14" hasCustomPrompt="1"/>
          </p:nvPr>
        </p:nvSpPr>
        <p:spPr>
          <a:xfrm>
            <a:off x="0" y="2404495"/>
            <a:ext cx="2952000" cy="24715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20" name="Platshållare för bild 2"/>
          <p:cNvSpPr>
            <a:spLocks noGrp="1"/>
          </p:cNvSpPr>
          <p:nvPr>
            <p:ph type="pic" idx="22" hasCustomPrompt="1"/>
          </p:nvPr>
        </p:nvSpPr>
        <p:spPr>
          <a:xfrm>
            <a:off x="6182970" y="2404495"/>
            <a:ext cx="2952000" cy="24715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21" name="Platshållare för bild 2"/>
          <p:cNvSpPr>
            <a:spLocks noGrp="1"/>
          </p:cNvSpPr>
          <p:nvPr>
            <p:ph type="pic" idx="23" hasCustomPrompt="1"/>
          </p:nvPr>
        </p:nvSpPr>
        <p:spPr>
          <a:xfrm>
            <a:off x="3078000" y="2404495"/>
            <a:ext cx="2988000" cy="24715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1" name="Platshållare för bild 2"/>
          <p:cNvSpPr>
            <a:spLocks noGrp="1"/>
          </p:cNvSpPr>
          <p:nvPr>
            <p:ph type="pic" idx="13" hasCustomPrompt="1"/>
          </p:nvPr>
        </p:nvSpPr>
        <p:spPr>
          <a:xfrm>
            <a:off x="0" y="-25526"/>
            <a:ext cx="9144000" cy="232357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35E116D5-43C8-4C48-957A-6FC482ED7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FF706064-8AC4-EA46-BFB5-191C8D51D347}" type="datetime1">
              <a:rPr lang="sv-SE" smtClean="0"/>
              <a:t>2026-05-08</a:t>
            </a:fld>
            <a:endParaRPr lang="sv-SE"/>
          </a:p>
        </p:txBody>
      </p:sp>
      <p:sp>
        <p:nvSpPr>
          <p:cNvPr id="13" name="Platshållare för bildnummer 2">
            <a:extLst>
              <a:ext uri="{FF2B5EF4-FFF2-40B4-BE49-F238E27FC236}">
                <a16:creationId xmlns:a16="http://schemas.microsoft.com/office/drawing/2014/main" id="{DC2EE96B-AF57-004D-A223-67172D126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5" name="Platshållare för sidfot 5">
            <a:extLst>
              <a:ext uri="{FF2B5EF4-FFF2-40B4-BE49-F238E27FC236}">
                <a16:creationId xmlns:a16="http://schemas.microsoft.com/office/drawing/2014/main" id="{2E194DDC-137F-264D-A362-A17C6A2EE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9929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tshållare för bild 2"/>
          <p:cNvSpPr>
            <a:spLocks noGrp="1"/>
          </p:cNvSpPr>
          <p:nvPr>
            <p:ph type="pic" idx="14" hasCustomPrompt="1"/>
          </p:nvPr>
        </p:nvSpPr>
        <p:spPr>
          <a:xfrm>
            <a:off x="0" y="2042169"/>
            <a:ext cx="2988000" cy="283383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20" name="Platshållare för bild 2"/>
          <p:cNvSpPr>
            <a:spLocks noGrp="1"/>
          </p:cNvSpPr>
          <p:nvPr>
            <p:ph type="pic" idx="22" hasCustomPrompt="1"/>
          </p:nvPr>
        </p:nvSpPr>
        <p:spPr>
          <a:xfrm>
            <a:off x="6156000" y="2042169"/>
            <a:ext cx="2988000" cy="283383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21" name="Platshållare för bild 2"/>
          <p:cNvSpPr>
            <a:spLocks noGrp="1"/>
          </p:cNvSpPr>
          <p:nvPr>
            <p:ph type="pic" idx="23" hasCustomPrompt="1"/>
          </p:nvPr>
        </p:nvSpPr>
        <p:spPr>
          <a:xfrm>
            <a:off x="3078000" y="2042169"/>
            <a:ext cx="2988000" cy="283383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marR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sv-SE" noProof="0" err="1"/>
              <a:t>Click</a:t>
            </a:r>
            <a:r>
              <a:rPr lang="sv-SE" noProof="0"/>
              <a:t> on the </a:t>
            </a:r>
            <a:r>
              <a:rPr lang="sv-SE" noProof="0" err="1"/>
              <a:t>icon</a:t>
            </a:r>
            <a:br>
              <a:rPr lang="sv-SE" noProof="0"/>
            </a:br>
            <a:br>
              <a:rPr lang="sv-SE" noProof="0"/>
            </a:br>
            <a:r>
              <a:rPr lang="sv-SE" noProof="0"/>
              <a:t>to </a:t>
            </a:r>
            <a:r>
              <a:rPr lang="sv-SE" noProof="0" err="1"/>
              <a:t>add</a:t>
            </a:r>
            <a:r>
              <a:rPr lang="sv-SE" noProof="0"/>
              <a:t> a </a:t>
            </a:r>
            <a:r>
              <a:rPr lang="sv-SE" noProof="0" err="1"/>
              <a:t>picture</a:t>
            </a:r>
            <a:endParaRPr lang="sv-SE" noProof="0"/>
          </a:p>
        </p:txBody>
      </p:sp>
      <p:sp>
        <p:nvSpPr>
          <p:cNvPr id="15" name="Rubrik 2">
            <a:extLst>
              <a:ext uri="{FF2B5EF4-FFF2-40B4-BE49-F238E27FC236}">
                <a16:creationId xmlns:a16="http://schemas.microsoft.com/office/drawing/2014/main" id="{C49C3724-8070-F842-B31B-36A4963D1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60" y="561307"/>
            <a:ext cx="7920880" cy="612308"/>
          </a:xfrm>
        </p:spPr>
        <p:txBody>
          <a:bodyPr/>
          <a:lstStyle>
            <a:lvl1pPr algn="ctr"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0" name="Platshållare för text 14">
            <a:extLst>
              <a:ext uri="{FF2B5EF4-FFF2-40B4-BE49-F238E27FC236}">
                <a16:creationId xmlns:a16="http://schemas.microsoft.com/office/drawing/2014/main" id="{BE8CCE30-3394-A348-BE98-DAB5C200856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1560" y="1303091"/>
            <a:ext cx="7920880" cy="914400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sv-SE" dirty="0" err="1"/>
              <a:t>Subtitle</a:t>
            </a:r>
            <a:endParaRPr lang="sv-SE" dirty="0"/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488FDC17-98E6-6947-BCF4-88C438431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FA33D86-3083-3343-920F-4A77B10A6005}" type="datetime1">
              <a:rPr lang="sv-SE" smtClean="0"/>
              <a:t>2026-05-08</a:t>
            </a:fld>
            <a:endParaRPr lang="sv-SE"/>
          </a:p>
        </p:txBody>
      </p:sp>
      <p:sp>
        <p:nvSpPr>
          <p:cNvPr id="14" name="Platshållare för bildnummer 2">
            <a:extLst>
              <a:ext uri="{FF2B5EF4-FFF2-40B4-BE49-F238E27FC236}">
                <a16:creationId xmlns:a16="http://schemas.microsoft.com/office/drawing/2014/main" id="{299519D3-39A7-8A4C-B13E-15609845D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7" name="Platshållare för sidfot 5">
            <a:extLst>
              <a:ext uri="{FF2B5EF4-FFF2-40B4-BE49-F238E27FC236}">
                <a16:creationId xmlns:a16="http://schemas.microsoft.com/office/drawing/2014/main" id="{89701EEE-FF28-424E-BC95-6D7C8114D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1274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00D9BE31-9F21-D04C-AD46-085749299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96DC04EB-8E75-F343-A14C-F360A23327B6}" type="datetime1">
              <a:rPr lang="sv-SE" smtClean="0"/>
              <a:t>2026-05-08</a:t>
            </a:fld>
            <a:endParaRPr lang="sv-SE"/>
          </a:p>
        </p:txBody>
      </p:sp>
      <p:sp>
        <p:nvSpPr>
          <p:cNvPr id="8" name="Platshållare för bildnummer 2">
            <a:extLst>
              <a:ext uri="{FF2B5EF4-FFF2-40B4-BE49-F238E27FC236}">
                <a16:creationId xmlns:a16="http://schemas.microsoft.com/office/drawing/2014/main" id="{857FD79B-FF36-C143-AB60-E2D242050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0" name="Platshållare för sidfot 5">
            <a:extLst>
              <a:ext uri="{FF2B5EF4-FFF2-40B4-BE49-F238E27FC236}">
                <a16:creationId xmlns:a16="http://schemas.microsoft.com/office/drawing/2014/main" id="{19EBB4D0-9528-5D4B-8A4D-B53A817F9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548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B05F932-23FA-7342-91DB-0289499287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" y="3327594"/>
            <a:ext cx="7831350" cy="900340"/>
          </a:xfrm>
        </p:spPr>
        <p:txBody>
          <a:bodyPr anchor="t" anchorCtr="0"/>
          <a:lstStyle>
            <a:lvl1pPr algn="ctr">
              <a:defRPr sz="2000" b="1"/>
            </a:lvl1pPr>
          </a:lstStyle>
          <a:p>
            <a:r>
              <a:rPr lang="sv-SE" dirty="0"/>
              <a:t>VISIT OUR WEBSITE</a:t>
            </a:r>
            <a:br>
              <a:rPr lang="sv-SE" dirty="0"/>
            </a:br>
            <a:r>
              <a:rPr lang="sv-SE" dirty="0" err="1"/>
              <a:t>www.gu.se</a:t>
            </a:r>
            <a:endParaRPr lang="sv-SE" dirty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04FFCAAA-E901-8144-B314-1B68B187F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4C777A1-26F9-4446-87B0-13246053308F}" type="datetime1">
              <a:rPr lang="sv-SE" smtClean="0"/>
              <a:t>2026-05-08</a:t>
            </a:fld>
            <a:endParaRPr lang="sv-SE"/>
          </a:p>
        </p:txBody>
      </p:sp>
      <p:sp>
        <p:nvSpPr>
          <p:cNvPr id="10" name="Platshållare för bildnummer 2">
            <a:extLst>
              <a:ext uri="{FF2B5EF4-FFF2-40B4-BE49-F238E27FC236}">
                <a16:creationId xmlns:a16="http://schemas.microsoft.com/office/drawing/2014/main" id="{F861D787-D8B6-C847-A1A3-E6607BECC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/>
          </a:p>
        </p:txBody>
      </p:sp>
      <p:sp>
        <p:nvSpPr>
          <p:cNvPr id="12" name="Platshållare för sidfot 5">
            <a:extLst>
              <a:ext uri="{FF2B5EF4-FFF2-40B4-BE49-F238E27FC236}">
                <a16:creationId xmlns:a16="http://schemas.microsoft.com/office/drawing/2014/main" id="{D2A04960-9B4D-F040-8133-7DC79506E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3AC080DF-2180-0E43-A892-A15EB2E2A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25423" y="922582"/>
            <a:ext cx="1888668" cy="194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7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8F419173-A613-DB49-A35E-3FB45E6390B0}"/>
              </a:ext>
            </a:extLst>
          </p:cNvPr>
          <p:cNvSpPr/>
          <p:nvPr userDrawn="1"/>
        </p:nvSpPr>
        <p:spPr>
          <a:xfrm>
            <a:off x="0" y="4876005"/>
            <a:ext cx="9144000" cy="28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8" name="Platshållare för sidfot 5">
            <a:extLst>
              <a:ext uri="{FF2B5EF4-FFF2-40B4-BE49-F238E27FC236}">
                <a16:creationId xmlns:a16="http://schemas.microsoft.com/office/drawing/2014/main" id="{06B9C0E8-DCB4-2C4D-B49C-1989548CC6F9}"/>
              </a:ext>
            </a:extLst>
          </p:cNvPr>
          <p:cNvSpPr txBox="1">
            <a:spLocks/>
          </p:cNvSpPr>
          <p:nvPr userDrawn="1"/>
        </p:nvSpPr>
        <p:spPr>
          <a:xfrm>
            <a:off x="672778" y="4955257"/>
            <a:ext cx="1810990" cy="17452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sv-SE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sv-SE" sz="900" b="0" i="0" kern="1200" cap="none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 sz="700" b="1" spc="50" baseline="0" dirty="0">
                <a:solidFill>
                  <a:schemeClr val="bg1">
                    <a:lumMod val="75000"/>
                  </a:schemeClr>
                </a:solidFill>
              </a:rPr>
              <a:t>UNIVERSITY OF GOTHENBURG</a:t>
            </a:r>
          </a:p>
        </p:txBody>
      </p:sp>
      <p:sp>
        <p:nvSpPr>
          <p:cNvPr id="1027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684000" y="504000"/>
            <a:ext cx="7831350" cy="569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add title</a:t>
            </a:r>
            <a:endParaRPr lang="sv-SE" noProof="0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idx="1"/>
          </p:nvPr>
        </p:nvSpPr>
        <p:spPr>
          <a:xfrm>
            <a:off x="684000" y="1440000"/>
            <a:ext cx="6912336" cy="29425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98B76A9E-659D-3246-9945-EC036A06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F10C7B8D-369B-7C43-9A7D-19A7D7BF7970}" type="datetime1">
              <a:rPr lang="sv-SE" smtClean="0"/>
              <a:t>2026-05-08</a:t>
            </a:fld>
            <a:endParaRPr lang="sv-SE" dirty="0"/>
          </a:p>
        </p:txBody>
      </p:sp>
      <p:sp>
        <p:nvSpPr>
          <p:cNvPr id="10" name="Platshållare för bildnummer 2">
            <a:extLst>
              <a:ext uri="{FF2B5EF4-FFF2-40B4-BE49-F238E27FC236}">
                <a16:creationId xmlns:a16="http://schemas.microsoft.com/office/drawing/2014/main" id="{4D706C36-8584-B44B-9BDF-53AD793C9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11" name="Platshållare för sidfot 5">
            <a:extLst>
              <a:ext uri="{FF2B5EF4-FFF2-40B4-BE49-F238E27FC236}">
                <a16:creationId xmlns:a16="http://schemas.microsoft.com/office/drawing/2014/main" id="{7C0E5002-29C3-554A-939E-D0A04FF69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17286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  <p:sldLayoutId id="2147484068" r:id="rId16"/>
    <p:sldLayoutId id="2147484069" r:id="rId17"/>
    <p:sldLayoutId id="2147484070" r:id="rId18"/>
    <p:sldLayoutId id="2147484071" r:id="rId19"/>
    <p:sldLayoutId id="2147484072" r:id="rId20"/>
    <p:sldLayoutId id="2147484073" r:id="rId21"/>
    <p:sldLayoutId id="2147484074" r:id="rId22"/>
    <p:sldLayoutId id="2147484075" r:id="rId23"/>
    <p:sldLayoutId id="2147484076" r:id="rId24"/>
    <p:sldLayoutId id="2147484077" r:id="rId25"/>
    <p:sldLayoutId id="2147484078" r:id="rId26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i="0" kern="1200">
          <a:solidFill>
            <a:schemeClr val="tx1">
              <a:lumMod val="75000"/>
              <a:lumOff val="25000"/>
            </a:schemeClr>
          </a:solidFill>
          <a:latin typeface="Arial Narrow"/>
          <a:ea typeface="ＭＳ Ｐゴシック" pitchFamily="-65" charset="-128"/>
          <a:cs typeface="ＭＳ Ｐゴシック" charset="0"/>
        </a:defRPr>
      </a:lvl1pPr>
      <a:lvl2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2pPr>
      <a:lvl3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3pPr>
      <a:lvl4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4pPr>
      <a:lvl5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9pPr>
    </p:titleStyle>
    <p:bodyStyle>
      <a:lvl1pPr marL="180000" indent="-180000" algn="l" defTabSz="457200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charset="0"/>
        <a:buChar char="•"/>
        <a:defRPr lang="sv-SE" sz="1800" kern="1200" dirty="0" smtClean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1pPr>
      <a:lvl2pPr marL="501750" indent="-285750" algn="l" defTabSz="457200" rtl="0" eaLnBrk="1" fontAlgn="base" hangingPunct="1">
        <a:lnSpc>
          <a:spcPct val="100000"/>
        </a:lnSpc>
        <a:spcBef>
          <a:spcPts val="200"/>
        </a:spcBef>
        <a:spcAft>
          <a:spcPts val="300"/>
        </a:spcAft>
        <a:buFont typeface="Arial" panose="020B0604020202020204" pitchFamily="34" charset="0"/>
        <a:buChar char="–"/>
        <a:defRPr lang="sv-SE" sz="1600" kern="1200" baseline="0" dirty="0" smtClean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2pPr>
      <a:lvl3pPr marL="717750" indent="-285750" algn="l" defTabSz="457200" rtl="0" eaLnBrk="1" fontAlgn="base" hangingPunct="1"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lang="sv-SE" sz="1600" kern="1200" dirty="0" smtClean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marL="933750" indent="-285750" algn="l" defTabSz="457200" rtl="0" eaLnBrk="1" fontAlgn="base" hangingPunct="1"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lang="sv-SE" sz="1600" kern="1200" baseline="0" dirty="0" smtClean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Helvetica" charset="0"/>
          <a:cs typeface="Arial" panose="020B0604020202020204" pitchFamily="34" charset="0"/>
        </a:defRPr>
      </a:lvl4pPr>
      <a:lvl5pPr marL="1149750" indent="-285750" algn="l" defTabSz="457200" rtl="0" eaLnBrk="1" fontAlgn="base" hangingPunct="1">
        <a:spcBef>
          <a:spcPts val="0"/>
        </a:spcBef>
        <a:spcAft>
          <a:spcPct val="0"/>
        </a:spcAft>
        <a:buFont typeface="Arial" panose="020B0604020202020204" pitchFamily="34" charset="0"/>
        <a:buChar char="–"/>
        <a:defRPr lang="sv-SE" sz="1600" kern="1200" dirty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Helvetica" charset="0"/>
          <a:cs typeface="Arial" panose="020B0604020202020204" pitchFamily="34" charset="0"/>
        </a:defRPr>
      </a:lvl5pPr>
      <a:lvl6pPr marL="1616075" indent="-215900" algn="l" defTabSz="457200" rtl="0" eaLnBrk="1" latinLnBrk="0" hangingPunct="1">
        <a:spcBef>
          <a:spcPts val="0"/>
        </a:spcBef>
        <a:buFont typeface="Wingdings" panose="05000000000000000000" pitchFamily="2" charset="2"/>
        <a:buChar char="§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288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415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8F419173-A613-DB49-A35E-3FB45E6390B0}"/>
              </a:ext>
            </a:extLst>
          </p:cNvPr>
          <p:cNvSpPr/>
          <p:nvPr userDrawn="1"/>
        </p:nvSpPr>
        <p:spPr>
          <a:xfrm>
            <a:off x="0" y="4876005"/>
            <a:ext cx="9144000" cy="28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8" name="Platshållare för sidfot 5">
            <a:extLst>
              <a:ext uri="{FF2B5EF4-FFF2-40B4-BE49-F238E27FC236}">
                <a16:creationId xmlns:a16="http://schemas.microsoft.com/office/drawing/2014/main" id="{06B9C0E8-DCB4-2C4D-B49C-1989548CC6F9}"/>
              </a:ext>
            </a:extLst>
          </p:cNvPr>
          <p:cNvSpPr txBox="1">
            <a:spLocks/>
          </p:cNvSpPr>
          <p:nvPr userDrawn="1"/>
        </p:nvSpPr>
        <p:spPr>
          <a:xfrm>
            <a:off x="672778" y="4955257"/>
            <a:ext cx="1810990" cy="17452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sv-SE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sv-SE" sz="900" b="0" i="0" kern="1200" cap="none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 sz="700" b="1" spc="50" baseline="0" dirty="0">
                <a:solidFill>
                  <a:schemeClr val="bg1">
                    <a:lumMod val="75000"/>
                  </a:schemeClr>
                </a:solidFill>
              </a:rPr>
              <a:t>UNIVERSITY OF GOTHENBURG</a:t>
            </a:r>
          </a:p>
        </p:txBody>
      </p:sp>
      <p:sp>
        <p:nvSpPr>
          <p:cNvPr id="1027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684000" y="504000"/>
            <a:ext cx="7831350" cy="569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add title</a:t>
            </a:r>
            <a:endParaRPr lang="sv-SE" noProof="0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idx="1"/>
          </p:nvPr>
        </p:nvSpPr>
        <p:spPr>
          <a:xfrm>
            <a:off x="684000" y="1440000"/>
            <a:ext cx="6912336" cy="29425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16000" lvl="0" indent="-216000"/>
            <a:r>
              <a:rPr lang="en-US" noProof="0" dirty="0"/>
              <a:t>Type your text or click on the icons below to insert object</a:t>
            </a:r>
          </a:p>
          <a:p>
            <a:pPr marL="432000" lvl="1" indent="-216000"/>
            <a:r>
              <a:rPr lang="en-US" noProof="0" dirty="0"/>
              <a:t>Second level</a:t>
            </a:r>
          </a:p>
          <a:p>
            <a:pPr marL="648000" lvl="2" indent="-216000"/>
            <a:r>
              <a:rPr lang="en-US" noProof="0" dirty="0"/>
              <a:t>Third level</a:t>
            </a:r>
          </a:p>
          <a:p>
            <a:pPr marL="864000" lvl="3" indent="-216000"/>
            <a:r>
              <a:rPr lang="en-US" noProof="0" dirty="0"/>
              <a:t>Fourth level</a:t>
            </a:r>
          </a:p>
          <a:p>
            <a:pPr marL="1080000" lvl="4" indent="-216000"/>
            <a:r>
              <a:rPr lang="en-US" noProof="0" dirty="0"/>
              <a:t>Fifth level</a:t>
            </a:r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359489DE-820D-EA4B-B29F-5CF912AF8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3844" y="4876006"/>
            <a:ext cx="979200" cy="25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6C9A7BF-1367-EB45-BD86-6D2B7E66ECEE}" type="datetime1">
              <a:rPr lang="sv-SE" smtClean="0"/>
              <a:t>2026-05-08</a:t>
            </a:fld>
            <a:endParaRPr lang="sv-SE" dirty="0"/>
          </a:p>
        </p:txBody>
      </p:sp>
      <p:sp>
        <p:nvSpPr>
          <p:cNvPr id="12" name="Platshållare för bildnummer 2">
            <a:extLst>
              <a:ext uri="{FF2B5EF4-FFF2-40B4-BE49-F238E27FC236}">
                <a16:creationId xmlns:a16="http://schemas.microsoft.com/office/drawing/2014/main" id="{CD35B63B-12FC-0941-9D3A-E226320AA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4740" y="4876006"/>
            <a:ext cx="216024" cy="2408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26A61E-93B8-384D-8975-0A89DB09A550}" type="slidenum">
              <a:rPr lang="sv-SE" smtClean="0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10" name="Platshållare för sidfot 5">
            <a:extLst>
              <a:ext uri="{FF2B5EF4-FFF2-40B4-BE49-F238E27FC236}">
                <a16:creationId xmlns:a16="http://schemas.microsoft.com/office/drawing/2014/main" id="{B5F637CF-7FE0-2440-B6C6-8B84B87E4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2400" y="4955256"/>
            <a:ext cx="3816284" cy="10777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lang="sv-SE" sz="700" b="1" i="0" cap="none" spc="5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-65" charset="-128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24215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  <p:sldLayoutId id="2147484032" r:id="rId2"/>
    <p:sldLayoutId id="2147484034" r:id="rId3"/>
    <p:sldLayoutId id="2147484035" r:id="rId4"/>
    <p:sldLayoutId id="2147484036" r:id="rId5"/>
    <p:sldLayoutId id="2147484037" r:id="rId6"/>
    <p:sldLayoutId id="2147484038" r:id="rId7"/>
    <p:sldLayoutId id="2147484039" r:id="rId8"/>
    <p:sldLayoutId id="2147484040" r:id="rId9"/>
    <p:sldLayoutId id="2147484041" r:id="rId10"/>
    <p:sldLayoutId id="2147484042" r:id="rId11"/>
    <p:sldLayoutId id="2147484043" r:id="rId12"/>
    <p:sldLayoutId id="2147484044" r:id="rId13"/>
    <p:sldLayoutId id="2147484045" r:id="rId14"/>
    <p:sldLayoutId id="2147484046" r:id="rId15"/>
    <p:sldLayoutId id="2147484047" r:id="rId16"/>
    <p:sldLayoutId id="2147484048" r:id="rId17"/>
    <p:sldLayoutId id="2147484049" r:id="rId18"/>
    <p:sldLayoutId id="2147484050" r:id="rId19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i="0" kern="1200">
          <a:solidFill>
            <a:schemeClr val="bg1">
              <a:lumMod val="95000"/>
            </a:schemeClr>
          </a:solidFill>
          <a:latin typeface="Arial Narrow"/>
          <a:ea typeface="ＭＳ Ｐゴシック" pitchFamily="-65" charset="-128"/>
          <a:cs typeface="ＭＳ Ｐゴシック" charset="0"/>
        </a:defRPr>
      </a:lvl1pPr>
      <a:lvl2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2pPr>
      <a:lvl3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3pPr>
      <a:lvl4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4pPr>
      <a:lvl5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pitchFamily="-65" charset="-128"/>
          <a:cs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464646"/>
          </a:solidFill>
          <a:latin typeface="Arial Bold" pitchFamily="-65" charset="0"/>
          <a:ea typeface="ＭＳ Ｐゴシック" pitchFamily="-65" charset="-128"/>
        </a:defRPr>
      </a:lvl9pPr>
    </p:titleStyle>
    <p:bodyStyle>
      <a:lvl1pPr marL="180000" indent="-180000" algn="l" defTabSz="457200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charset="0"/>
        <a:buChar char="•"/>
        <a:defRPr lang="sv-SE" sz="1800" kern="1200" dirty="0" smtClean="0">
          <a:solidFill>
            <a:schemeClr val="bg1">
              <a:lumMod val="95000"/>
            </a:schemeClr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1pPr>
      <a:lvl2pPr marL="501750" indent="-285750" algn="l" defTabSz="457200" rtl="0" eaLnBrk="1" fontAlgn="base" hangingPunct="1">
        <a:lnSpc>
          <a:spcPct val="100000"/>
        </a:lnSpc>
        <a:spcBef>
          <a:spcPts val="200"/>
        </a:spcBef>
        <a:spcAft>
          <a:spcPts val="300"/>
        </a:spcAft>
        <a:buFont typeface="Arial" panose="020B0604020202020204" pitchFamily="34" charset="0"/>
        <a:buChar char="–"/>
        <a:defRPr lang="sv-SE" sz="1600" kern="1200" baseline="0" dirty="0" smtClean="0">
          <a:solidFill>
            <a:schemeClr val="bg1">
              <a:lumMod val="95000"/>
            </a:schemeClr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2pPr>
      <a:lvl3pPr marL="717750" indent="-285750" algn="l" defTabSz="457200" rtl="0" eaLnBrk="1" fontAlgn="base" hangingPunct="1"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lang="sv-SE" sz="1600" kern="1200" dirty="0" smtClean="0">
          <a:solidFill>
            <a:schemeClr val="bg1">
              <a:lumMod val="95000"/>
            </a:schemeClr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marL="933750" indent="-285750" algn="l" defTabSz="457200" rtl="0" eaLnBrk="1" fontAlgn="base" hangingPunct="1"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lang="sv-SE" sz="1600" kern="1200" baseline="0" dirty="0" smtClean="0">
          <a:solidFill>
            <a:schemeClr val="bg1">
              <a:lumMod val="95000"/>
            </a:schemeClr>
          </a:solidFill>
          <a:latin typeface="Arial" panose="020B0604020202020204" pitchFamily="34" charset="0"/>
          <a:ea typeface="Helvetica" charset="0"/>
          <a:cs typeface="Arial" panose="020B0604020202020204" pitchFamily="34" charset="0"/>
        </a:defRPr>
      </a:lvl4pPr>
      <a:lvl5pPr marL="1149750" indent="-285750" algn="l" defTabSz="457200" rtl="0" eaLnBrk="1" fontAlgn="base" hangingPunct="1">
        <a:spcBef>
          <a:spcPts val="0"/>
        </a:spcBef>
        <a:spcAft>
          <a:spcPct val="0"/>
        </a:spcAft>
        <a:buFont typeface="Arial" panose="020B0604020202020204" pitchFamily="34" charset="0"/>
        <a:buChar char="–"/>
        <a:defRPr lang="sv-SE" sz="1600" kern="1200" dirty="0">
          <a:solidFill>
            <a:schemeClr val="bg1">
              <a:lumMod val="95000"/>
            </a:schemeClr>
          </a:solidFill>
          <a:latin typeface="Arial" panose="020B0604020202020204" pitchFamily="34" charset="0"/>
          <a:ea typeface="Helvetica" charset="0"/>
          <a:cs typeface="Arial" panose="020B0604020202020204" pitchFamily="34" charset="0"/>
        </a:defRPr>
      </a:lvl5pPr>
      <a:lvl6pPr marL="1616075" indent="-215900" algn="l" defTabSz="457200" rtl="0" eaLnBrk="1" latinLnBrk="0" hangingPunct="1">
        <a:spcBef>
          <a:spcPts val="0"/>
        </a:spcBef>
        <a:buFont typeface="Wingdings" panose="05000000000000000000" pitchFamily="2" charset="2"/>
        <a:buChar char="§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288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4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hyperlink" Target="https://creativecommons.org/licenses/by/4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.pn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4.png"/><Relationship Id="rId5" Type="http://schemas.openxmlformats.org/officeDocument/2006/relationships/image" Target="../media/image23.tiff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64929FB-236D-2841-B115-0AC35CDFE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 err="1">
                <a:latin typeface="Arial Narrow"/>
                <a:ea typeface="ＭＳ Ｐゴシック"/>
              </a:rPr>
              <a:t>Open</a:t>
            </a:r>
            <a:r>
              <a:rPr lang="sv-SE" dirty="0">
                <a:latin typeface="Arial Narrow"/>
                <a:ea typeface="ＭＳ Ｐゴシック"/>
              </a:rPr>
              <a:t> </a:t>
            </a:r>
            <a:r>
              <a:rPr lang="sv-SE" dirty="0" err="1">
                <a:latin typeface="Arial Narrow"/>
                <a:ea typeface="ＭＳ Ｐゴシック"/>
              </a:rPr>
              <a:t>educational</a:t>
            </a:r>
            <a:r>
              <a:rPr lang="sv-SE" dirty="0">
                <a:latin typeface="Arial Narrow"/>
                <a:ea typeface="ＭＳ Ｐゴシック"/>
              </a:rPr>
              <a:t> </a:t>
            </a:r>
            <a:r>
              <a:rPr lang="sv-SE" dirty="0" err="1">
                <a:latin typeface="Arial Narrow"/>
                <a:ea typeface="ＭＳ Ｐゴシック"/>
              </a:rPr>
              <a:t>resources</a:t>
            </a:r>
            <a:r>
              <a:rPr lang="sv-SE" dirty="0">
                <a:latin typeface="Arial Narrow"/>
                <a:ea typeface="ＭＳ Ｐゴシック"/>
              </a:rPr>
              <a:t> (OER)</a:t>
            </a:r>
            <a:br>
              <a:rPr lang="sv-SE" dirty="0">
                <a:latin typeface="Arial Narrow"/>
                <a:ea typeface="ＭＳ Ｐゴシック"/>
              </a:rPr>
            </a:br>
            <a:endParaRPr lang="sv-SE" sz="2800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E8CCA85-2C8F-8343-9DD1-B2A9D45844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dirty="0">
                <a:ea typeface="ＭＳ Ｐゴシック"/>
                <a:cs typeface="Arial"/>
              </a:rPr>
              <a:t>Mattias von Feilitzen, 260505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A9E969F-4C75-B8CC-5B08-F613CAE60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  <p:pic>
        <p:nvPicPr>
          <p:cNvPr id="5" name="Bildobjekt 4" descr="undefined">
            <a:extLst>
              <a:ext uri="{FF2B5EF4-FFF2-40B4-BE49-F238E27FC236}">
                <a16:creationId xmlns:a16="http://schemas.microsoft.com/office/drawing/2014/main" id="{DF0DF643-1B10-E4E3-0845-3C41E89AF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629" y="4004874"/>
            <a:ext cx="1306859" cy="460123"/>
          </a:xfrm>
          <a:prstGeom prst="rect">
            <a:avLst/>
          </a:prstGeom>
        </p:spPr>
      </p:pic>
      <p:sp>
        <p:nvSpPr>
          <p:cNvPr id="6" name="textruta 5">
            <a:extLst>
              <a:ext uri="{FF2B5EF4-FFF2-40B4-BE49-F238E27FC236}">
                <a16:creationId xmlns:a16="http://schemas.microsoft.com/office/drawing/2014/main" id="{605252E6-7049-0020-2517-1F0E6F6CFC3A}"/>
              </a:ext>
            </a:extLst>
          </p:cNvPr>
          <p:cNvSpPr txBox="1"/>
          <p:nvPr/>
        </p:nvSpPr>
        <p:spPr>
          <a:xfrm>
            <a:off x="8007112" y="4464997"/>
            <a:ext cx="1029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endParaRPr lang="sv-SE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8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latshållare för bild 6">
            <a:extLst>
              <a:ext uri="{FF2B5EF4-FFF2-40B4-BE49-F238E27FC236}">
                <a16:creationId xmlns:a16="http://schemas.microsoft.com/office/drawing/2014/main" id="{BC9B483B-554E-4B43-A823-73BE6179051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/>
          <a:srcRect l="24508" r="24508"/>
          <a:stretch/>
        </p:blipFill>
        <p:spPr/>
      </p:pic>
      <p:pic>
        <p:nvPicPr>
          <p:cNvPr id="9" name="Platshållare för bild 8">
            <a:extLst>
              <a:ext uri="{FF2B5EF4-FFF2-40B4-BE49-F238E27FC236}">
                <a16:creationId xmlns:a16="http://schemas.microsoft.com/office/drawing/2014/main" id="{291122F3-1CBA-E041-8B11-B0A35F42844B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/>
          <a:srcRect t="19709" b="19709"/>
          <a:stretch/>
        </p:blipFill>
        <p:spPr/>
      </p:pic>
      <p:sp>
        <p:nvSpPr>
          <p:cNvPr id="5" name="Rubrik 4">
            <a:extLst>
              <a:ext uri="{FF2B5EF4-FFF2-40B4-BE49-F238E27FC236}">
                <a16:creationId xmlns:a16="http://schemas.microsoft.com/office/drawing/2014/main" id="{2425F042-ADD9-5F42-B49A-4A93CDF5E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Workshop </a:t>
            </a:r>
            <a:r>
              <a:rPr lang="sv-SE" dirty="0" err="1"/>
              <a:t>content</a:t>
            </a:r>
            <a:endParaRPr lang="sv-SE" dirty="0"/>
          </a:p>
        </p:txBody>
      </p:sp>
      <p:sp>
        <p:nvSpPr>
          <p:cNvPr id="10" name="Ellips 9">
            <a:extLst>
              <a:ext uri="{FF2B5EF4-FFF2-40B4-BE49-F238E27FC236}">
                <a16:creationId xmlns:a16="http://schemas.microsoft.com/office/drawing/2014/main" id="{922B319B-EC14-E744-8EB1-CEBD83200F78}"/>
              </a:ext>
            </a:extLst>
          </p:cNvPr>
          <p:cNvSpPr/>
          <p:nvPr/>
        </p:nvSpPr>
        <p:spPr>
          <a:xfrm>
            <a:off x="721590" y="1699432"/>
            <a:ext cx="1370905" cy="13709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b="1" dirty="0" err="1">
                <a:solidFill>
                  <a:schemeClr val="bg1">
                    <a:lumMod val="95000"/>
                  </a:schemeClr>
                </a:solidFill>
              </a:rPr>
              <a:t>What</a:t>
            </a:r>
            <a:r>
              <a:rPr lang="sv-SE" b="1" dirty="0">
                <a:solidFill>
                  <a:schemeClr val="bg1">
                    <a:lumMod val="95000"/>
                  </a:schemeClr>
                </a:solidFill>
              </a:rPr>
              <a:t> is OER?</a:t>
            </a:r>
          </a:p>
        </p:txBody>
      </p:sp>
      <p:sp>
        <p:nvSpPr>
          <p:cNvPr id="11" name="Ellips 10">
            <a:extLst>
              <a:ext uri="{FF2B5EF4-FFF2-40B4-BE49-F238E27FC236}">
                <a16:creationId xmlns:a16="http://schemas.microsoft.com/office/drawing/2014/main" id="{0ADD0330-E0E9-AC48-A8C5-5611AA6F144F}"/>
              </a:ext>
            </a:extLst>
          </p:cNvPr>
          <p:cNvSpPr/>
          <p:nvPr/>
        </p:nvSpPr>
        <p:spPr>
          <a:xfrm>
            <a:off x="2105411" y="1730707"/>
            <a:ext cx="1370905" cy="13709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b="1" dirty="0" err="1">
                <a:solidFill>
                  <a:schemeClr val="bg1">
                    <a:lumMod val="95000"/>
                  </a:schemeClr>
                </a:solidFill>
              </a:rPr>
              <a:t>Ideas</a:t>
            </a:r>
            <a:r>
              <a:rPr lang="sv-SE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sv-SE" b="1" dirty="0" err="1">
                <a:solidFill>
                  <a:schemeClr val="bg1">
                    <a:lumMod val="95000"/>
                  </a:schemeClr>
                </a:solidFill>
              </a:rPr>
              <a:t>behind</a:t>
            </a:r>
            <a:r>
              <a:rPr lang="sv-SE" b="1" dirty="0">
                <a:solidFill>
                  <a:schemeClr val="bg1">
                    <a:lumMod val="95000"/>
                  </a:schemeClr>
                </a:solidFill>
              </a:rPr>
              <a:t> OER</a:t>
            </a:r>
          </a:p>
        </p:txBody>
      </p:sp>
      <p:sp>
        <p:nvSpPr>
          <p:cNvPr id="12" name="Ellips 11">
            <a:extLst>
              <a:ext uri="{FF2B5EF4-FFF2-40B4-BE49-F238E27FC236}">
                <a16:creationId xmlns:a16="http://schemas.microsoft.com/office/drawing/2014/main" id="{93734580-865A-934A-81D5-1B1E48D0914E}"/>
              </a:ext>
            </a:extLst>
          </p:cNvPr>
          <p:cNvSpPr/>
          <p:nvPr/>
        </p:nvSpPr>
        <p:spPr>
          <a:xfrm>
            <a:off x="3489232" y="1734816"/>
            <a:ext cx="1370905" cy="13709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b="1" dirty="0" err="1">
                <a:solidFill>
                  <a:schemeClr val="bg1">
                    <a:lumMod val="95000"/>
                  </a:schemeClr>
                </a:solidFill>
              </a:rPr>
              <a:t>Creative</a:t>
            </a:r>
            <a:endParaRPr lang="sv-SE" b="1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sv-SE" b="1" dirty="0" err="1">
                <a:solidFill>
                  <a:schemeClr val="bg1">
                    <a:lumMod val="95000"/>
                  </a:schemeClr>
                </a:solidFill>
              </a:rPr>
              <a:t>Com</a:t>
            </a:r>
            <a:r>
              <a:rPr lang="sv-SE" b="1" dirty="0">
                <a:solidFill>
                  <a:schemeClr val="bg1">
                    <a:lumMod val="95000"/>
                  </a:schemeClr>
                </a:solidFill>
              </a:rPr>
              <a:t>-mons</a:t>
            </a:r>
          </a:p>
        </p:txBody>
      </p:sp>
      <p:sp>
        <p:nvSpPr>
          <p:cNvPr id="13" name="Ellips 12">
            <a:extLst>
              <a:ext uri="{FF2B5EF4-FFF2-40B4-BE49-F238E27FC236}">
                <a16:creationId xmlns:a16="http://schemas.microsoft.com/office/drawing/2014/main" id="{55B671CF-8145-E145-84BC-51BF9B31949A}"/>
              </a:ext>
            </a:extLst>
          </p:cNvPr>
          <p:cNvSpPr/>
          <p:nvPr/>
        </p:nvSpPr>
        <p:spPr>
          <a:xfrm>
            <a:off x="684000" y="3101612"/>
            <a:ext cx="1370905" cy="13709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b="1" dirty="0" err="1">
                <a:solidFill>
                  <a:schemeClr val="bg1">
                    <a:lumMod val="95000"/>
                  </a:schemeClr>
                </a:solidFill>
              </a:rPr>
              <a:t>Finding</a:t>
            </a:r>
            <a:r>
              <a:rPr lang="sv-SE" b="1" dirty="0">
                <a:solidFill>
                  <a:schemeClr val="bg1">
                    <a:lumMod val="95000"/>
                  </a:schemeClr>
                </a:solidFill>
              </a:rPr>
              <a:t> OER</a:t>
            </a:r>
          </a:p>
        </p:txBody>
      </p:sp>
      <p:sp>
        <p:nvSpPr>
          <p:cNvPr id="14" name="Ellips 13">
            <a:extLst>
              <a:ext uri="{FF2B5EF4-FFF2-40B4-BE49-F238E27FC236}">
                <a16:creationId xmlns:a16="http://schemas.microsoft.com/office/drawing/2014/main" id="{0621931B-C221-AA40-8AC1-E0D86D2C1F72}"/>
              </a:ext>
            </a:extLst>
          </p:cNvPr>
          <p:cNvSpPr/>
          <p:nvPr/>
        </p:nvSpPr>
        <p:spPr>
          <a:xfrm>
            <a:off x="2072517" y="3132016"/>
            <a:ext cx="1370905" cy="13709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b="1" dirty="0" err="1">
                <a:solidFill>
                  <a:schemeClr val="bg1">
                    <a:lumMod val="95000"/>
                  </a:schemeClr>
                </a:solidFill>
              </a:rPr>
              <a:t>Sharing</a:t>
            </a:r>
            <a:r>
              <a:rPr lang="sv-SE" b="1" dirty="0">
                <a:solidFill>
                  <a:schemeClr val="bg1">
                    <a:lumMod val="95000"/>
                  </a:schemeClr>
                </a:solidFill>
              </a:rPr>
              <a:t> OER</a:t>
            </a:r>
          </a:p>
        </p:txBody>
      </p:sp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A77C430A-0680-4394-37C0-DA9D2CE25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9957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latshållare för bild 10">
            <a:extLst>
              <a:ext uri="{FF2B5EF4-FFF2-40B4-BE49-F238E27FC236}">
                <a16:creationId xmlns:a16="http://schemas.microsoft.com/office/drawing/2014/main" id="{07DF7886-614F-074B-8113-48944C7F38DE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/>
          <a:stretch>
            <a:fillRect/>
          </a:stretch>
        </p:blipFill>
        <p:spPr>
          <a:xfrm>
            <a:off x="-10254" y="2787774"/>
            <a:ext cx="3088254" cy="2067644"/>
          </a:xfrm>
        </p:spPr>
      </p:pic>
      <p:pic>
        <p:nvPicPr>
          <p:cNvPr id="15" name="Platshållare för bild 14">
            <a:extLst>
              <a:ext uri="{FF2B5EF4-FFF2-40B4-BE49-F238E27FC236}">
                <a16:creationId xmlns:a16="http://schemas.microsoft.com/office/drawing/2014/main" id="{B54CFB4C-A808-6E48-956F-AE728C1A38DB}"/>
              </a:ext>
            </a:extLst>
          </p:cNvPr>
          <p:cNvPicPr>
            <a:picLocks noGrp="1" noChangeAspect="1"/>
          </p:cNvPicPr>
          <p:nvPr>
            <p:ph type="pic" idx="23"/>
          </p:nvPr>
        </p:nvPicPr>
        <p:blipFill>
          <a:blip r:embed="rId4"/>
          <a:srcRect l="9708" r="9708"/>
          <a:stretch>
            <a:fillRect/>
          </a:stretch>
        </p:blipFill>
        <p:spPr>
          <a:xfrm>
            <a:off x="3078000" y="2787773"/>
            <a:ext cx="3088254" cy="2088233"/>
          </a:xfrm>
        </p:spPr>
      </p:pic>
      <p:pic>
        <p:nvPicPr>
          <p:cNvPr id="9" name="Platshållare för bild 8">
            <a:extLst>
              <a:ext uri="{FF2B5EF4-FFF2-40B4-BE49-F238E27FC236}">
                <a16:creationId xmlns:a16="http://schemas.microsoft.com/office/drawing/2014/main" id="{55688FE2-DE0B-C043-9C0F-F0BB5319F762}"/>
              </a:ext>
            </a:extLst>
          </p:cNvPr>
          <p:cNvPicPr>
            <a:picLocks noGrp="1"/>
          </p:cNvPicPr>
          <p:nvPr>
            <p:ph type="pic" idx="13"/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9134970" cy="2787773"/>
          </a:xfrm>
          <a:prstGeom prst="rect">
            <a:avLst/>
          </a:prstGeom>
        </p:spPr>
      </p:pic>
      <p:pic>
        <p:nvPicPr>
          <p:cNvPr id="17" name="Platshållare för bild 16">
            <a:extLst>
              <a:ext uri="{FF2B5EF4-FFF2-40B4-BE49-F238E27FC236}">
                <a16:creationId xmlns:a16="http://schemas.microsoft.com/office/drawing/2014/main" id="{C0938FD4-2362-C54A-8280-463FF7855F32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6"/>
          <a:srcRect t="17668" b="17668"/>
          <a:stretch>
            <a:fillRect/>
          </a:stretch>
        </p:blipFill>
        <p:spPr>
          <a:xfrm>
            <a:off x="6182970" y="2787773"/>
            <a:ext cx="2952000" cy="2088233"/>
          </a:xfrm>
        </p:spPr>
      </p:pic>
      <p:sp>
        <p:nvSpPr>
          <p:cNvPr id="18" name="textruta 17">
            <a:extLst>
              <a:ext uri="{FF2B5EF4-FFF2-40B4-BE49-F238E27FC236}">
                <a16:creationId xmlns:a16="http://schemas.microsoft.com/office/drawing/2014/main" id="{28A015B8-4365-C640-9550-6731FD7E71B4}"/>
              </a:ext>
            </a:extLst>
          </p:cNvPr>
          <p:cNvSpPr txBox="1"/>
          <p:nvPr/>
        </p:nvSpPr>
        <p:spPr>
          <a:xfrm>
            <a:off x="8186425" y="4599007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bg1"/>
                </a:solidFill>
              </a:rPr>
              <a:t>Tony Bates</a:t>
            </a:r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BE941D06-DC47-074B-A218-1C698E6E8D6F}"/>
              </a:ext>
            </a:extLst>
          </p:cNvPr>
          <p:cNvSpPr txBox="1"/>
          <p:nvPr/>
        </p:nvSpPr>
        <p:spPr>
          <a:xfrm>
            <a:off x="8059720" y="2552982"/>
            <a:ext cx="1091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 err="1">
                <a:solidFill>
                  <a:schemeClr val="bg1"/>
                </a:solidFill>
              </a:rPr>
              <a:t>Meighan</a:t>
            </a:r>
            <a:r>
              <a:rPr lang="sv-SE" sz="1000" dirty="0">
                <a:solidFill>
                  <a:schemeClr val="bg1"/>
                </a:solidFill>
              </a:rPr>
              <a:t> </a:t>
            </a:r>
            <a:r>
              <a:rPr lang="sv-SE" sz="1000" dirty="0" err="1">
                <a:solidFill>
                  <a:schemeClr val="bg1"/>
                </a:solidFill>
              </a:rPr>
              <a:t>Avelos</a:t>
            </a:r>
            <a:endParaRPr lang="sv-SE" sz="1000" dirty="0">
              <a:solidFill>
                <a:schemeClr val="bg1"/>
              </a:solidFill>
            </a:endParaRPr>
          </a:p>
        </p:txBody>
      </p:sp>
      <p:pic>
        <p:nvPicPr>
          <p:cNvPr id="21" name="Bildobjekt 20">
            <a:extLst>
              <a:ext uri="{FF2B5EF4-FFF2-40B4-BE49-F238E27FC236}">
                <a16:creationId xmlns:a16="http://schemas.microsoft.com/office/drawing/2014/main" id="{A857FFE1-1AEF-9244-BA78-10D6168E7C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8052" y="2586598"/>
            <a:ext cx="341668" cy="173112"/>
          </a:xfrm>
          <a:prstGeom prst="rect">
            <a:avLst/>
          </a:prstGeom>
        </p:spPr>
      </p:pic>
      <p:pic>
        <p:nvPicPr>
          <p:cNvPr id="22" name="Bildobjekt 21">
            <a:extLst>
              <a:ext uri="{FF2B5EF4-FFF2-40B4-BE49-F238E27FC236}">
                <a16:creationId xmlns:a16="http://schemas.microsoft.com/office/drawing/2014/main" id="{19243D6F-1536-0B47-9D13-FF2787A879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0022" y="4624353"/>
            <a:ext cx="341668" cy="173112"/>
          </a:xfrm>
          <a:prstGeom prst="rect">
            <a:avLst/>
          </a:prstGeom>
        </p:spPr>
      </p:pic>
      <p:sp>
        <p:nvSpPr>
          <p:cNvPr id="23" name="textruta 22">
            <a:extLst>
              <a:ext uri="{FF2B5EF4-FFF2-40B4-BE49-F238E27FC236}">
                <a16:creationId xmlns:a16="http://schemas.microsoft.com/office/drawing/2014/main" id="{A29D6B61-09EB-B845-8BF7-BD5E04A67D40}"/>
              </a:ext>
            </a:extLst>
          </p:cNvPr>
          <p:cNvSpPr txBox="1"/>
          <p:nvPr/>
        </p:nvSpPr>
        <p:spPr>
          <a:xfrm>
            <a:off x="2095463" y="4636418"/>
            <a:ext cx="10422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 err="1">
                <a:solidFill>
                  <a:schemeClr val="bg1"/>
                </a:solidFill>
              </a:rPr>
              <a:t>Jonathas</a:t>
            </a:r>
            <a:r>
              <a:rPr lang="sv-SE" sz="1000" dirty="0">
                <a:solidFill>
                  <a:schemeClr val="bg1"/>
                </a:solidFill>
              </a:rPr>
              <a:t> </a:t>
            </a:r>
            <a:r>
              <a:rPr lang="sv-SE" sz="1000" dirty="0" err="1">
                <a:solidFill>
                  <a:schemeClr val="bg1"/>
                </a:solidFill>
              </a:rPr>
              <a:t>Mello</a:t>
            </a:r>
            <a:endParaRPr lang="sv-SE" sz="1000" dirty="0">
              <a:solidFill>
                <a:schemeClr val="bg1"/>
              </a:solidFill>
            </a:endParaRPr>
          </a:p>
        </p:txBody>
      </p:sp>
      <p:pic>
        <p:nvPicPr>
          <p:cNvPr id="24" name="Bildobjekt 23">
            <a:extLst>
              <a:ext uri="{FF2B5EF4-FFF2-40B4-BE49-F238E27FC236}">
                <a16:creationId xmlns:a16="http://schemas.microsoft.com/office/drawing/2014/main" id="{C181C762-2B2A-8741-B2ED-8C539AEE66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5157" y="4682306"/>
            <a:ext cx="341668" cy="173112"/>
          </a:xfrm>
          <a:prstGeom prst="rect">
            <a:avLst/>
          </a:prstGeom>
        </p:spPr>
      </p:pic>
      <p:pic>
        <p:nvPicPr>
          <p:cNvPr id="25" name="Bildobjekt 24">
            <a:extLst>
              <a:ext uri="{FF2B5EF4-FFF2-40B4-BE49-F238E27FC236}">
                <a16:creationId xmlns:a16="http://schemas.microsoft.com/office/drawing/2014/main" id="{F1EEE8AE-A08E-3841-A036-A5D5BE7BA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343" y="4682306"/>
            <a:ext cx="341668" cy="173112"/>
          </a:xfrm>
          <a:prstGeom prst="rect">
            <a:avLst/>
          </a:prstGeom>
        </p:spPr>
      </p:pic>
      <p:sp>
        <p:nvSpPr>
          <p:cNvPr id="26" name="textruta 25">
            <a:extLst>
              <a:ext uri="{FF2B5EF4-FFF2-40B4-BE49-F238E27FC236}">
                <a16:creationId xmlns:a16="http://schemas.microsoft.com/office/drawing/2014/main" id="{2B6BAA0A-1184-A440-AF0D-55C96B795CC9}"/>
              </a:ext>
            </a:extLst>
          </p:cNvPr>
          <p:cNvSpPr txBox="1"/>
          <p:nvPr/>
        </p:nvSpPr>
        <p:spPr>
          <a:xfrm>
            <a:off x="5463755" y="4645751"/>
            <a:ext cx="8018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bg1"/>
                </a:solidFill>
              </a:rPr>
              <a:t>Justin Mott</a:t>
            </a:r>
          </a:p>
        </p:txBody>
      </p:sp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8B20625C-DBD1-B408-A151-19DA5E2AC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3579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3794934C-0CC7-F246-A6BA-FF53868265D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sv-SE" dirty="0"/>
              <a:t>OEP ≠ OER. </a:t>
            </a:r>
            <a:r>
              <a:rPr lang="sv-SE" dirty="0" err="1"/>
              <a:t>Shift</a:t>
            </a:r>
            <a:r>
              <a:rPr lang="sv-SE" dirty="0"/>
              <a:t> from </a:t>
            </a:r>
            <a:r>
              <a:rPr lang="sv-SE" dirty="0" err="1"/>
              <a:t>resources</a:t>
            </a:r>
            <a:r>
              <a:rPr lang="sv-SE" dirty="0"/>
              <a:t> to </a:t>
            </a:r>
            <a:r>
              <a:rPr lang="sv-SE" dirty="0" err="1"/>
              <a:t>practices</a:t>
            </a:r>
            <a:endParaRPr lang="sv-SE" dirty="0"/>
          </a:p>
          <a:p>
            <a:r>
              <a:rPr lang="sv-SE" dirty="0" err="1"/>
              <a:t>Multiple</a:t>
            </a:r>
            <a:r>
              <a:rPr lang="sv-SE" dirty="0"/>
              <a:t> definitions. From </a:t>
            </a:r>
            <a:r>
              <a:rPr lang="sv-SE" dirty="0" err="1"/>
              <a:t>narrow</a:t>
            </a:r>
            <a:r>
              <a:rPr lang="sv-SE" dirty="0"/>
              <a:t> (OER-</a:t>
            </a:r>
            <a:r>
              <a:rPr lang="sv-SE" dirty="0" err="1"/>
              <a:t>focused</a:t>
            </a:r>
            <a:r>
              <a:rPr lang="sv-SE" dirty="0"/>
              <a:t>) to expansive (</a:t>
            </a:r>
            <a:r>
              <a:rPr lang="sv-SE" dirty="0" err="1"/>
              <a:t>pedagogy</a:t>
            </a:r>
            <a:r>
              <a:rPr lang="sv-SE" dirty="0"/>
              <a:t> &amp; </a:t>
            </a:r>
            <a:r>
              <a:rPr lang="sv-SE" dirty="0" err="1"/>
              <a:t>context</a:t>
            </a:r>
            <a:r>
              <a:rPr lang="sv-SE" dirty="0"/>
              <a:t>)</a:t>
            </a:r>
          </a:p>
          <a:p>
            <a:r>
              <a:rPr lang="sv-SE" dirty="0" err="1"/>
              <a:t>Core</a:t>
            </a:r>
            <a:r>
              <a:rPr lang="sv-SE" dirty="0"/>
              <a:t> </a:t>
            </a:r>
            <a:r>
              <a:rPr lang="sv-SE" dirty="0" err="1"/>
              <a:t>idea</a:t>
            </a:r>
            <a:r>
              <a:rPr lang="sv-SE" dirty="0"/>
              <a:t>: </a:t>
            </a:r>
            <a:r>
              <a:rPr lang="sv-SE" dirty="0" err="1"/>
              <a:t>collaboration</a:t>
            </a:r>
            <a:r>
              <a:rPr lang="sv-SE" dirty="0"/>
              <a:t>, co-</a:t>
            </a:r>
            <a:r>
              <a:rPr lang="sv-SE" dirty="0" err="1"/>
              <a:t>creation</a:t>
            </a:r>
            <a:r>
              <a:rPr lang="sv-SE" dirty="0"/>
              <a:t>, </a:t>
            </a:r>
            <a:r>
              <a:rPr lang="sv-SE" dirty="0" err="1"/>
              <a:t>learner</a:t>
            </a:r>
            <a:r>
              <a:rPr lang="sv-SE" dirty="0"/>
              <a:t> </a:t>
            </a:r>
            <a:r>
              <a:rPr lang="sv-SE" dirty="0" err="1"/>
              <a:t>empowerment</a:t>
            </a:r>
            <a:endParaRPr lang="sv-SE" dirty="0"/>
          </a:p>
          <a:p>
            <a:r>
              <a:rPr lang="sv-SE" dirty="0"/>
              <a:t>Not </a:t>
            </a:r>
            <a:r>
              <a:rPr lang="sv-SE" dirty="0" err="1"/>
              <a:t>dependent</a:t>
            </a:r>
            <a:r>
              <a:rPr lang="sv-SE" dirty="0"/>
              <a:t> on OER. </a:t>
            </a:r>
            <a:r>
              <a:rPr lang="sv-SE" dirty="0" err="1"/>
              <a:t>Practices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come </a:t>
            </a:r>
            <a:r>
              <a:rPr lang="sv-SE" dirty="0" err="1"/>
              <a:t>first</a:t>
            </a:r>
            <a:endParaRPr lang="sv-SE" dirty="0"/>
          </a:p>
          <a:p>
            <a:r>
              <a:rPr lang="sv-SE" dirty="0" err="1"/>
              <a:t>Context</a:t>
            </a:r>
            <a:r>
              <a:rPr lang="sv-SE" dirty="0"/>
              <a:t> </a:t>
            </a:r>
            <a:r>
              <a:rPr lang="sv-SE" dirty="0" err="1"/>
              <a:t>matters</a:t>
            </a:r>
            <a:r>
              <a:rPr lang="sv-SE" dirty="0"/>
              <a:t>. </a:t>
            </a:r>
            <a:r>
              <a:rPr lang="sv-SE" dirty="0" err="1"/>
              <a:t>Shaped</a:t>
            </a:r>
            <a:r>
              <a:rPr lang="sv-SE" dirty="0"/>
              <a:t> by </a:t>
            </a:r>
            <a:r>
              <a:rPr lang="sv-SE" dirty="0" err="1"/>
              <a:t>culture</a:t>
            </a:r>
            <a:r>
              <a:rPr lang="sv-SE" dirty="0"/>
              <a:t>, </a:t>
            </a:r>
            <a:r>
              <a:rPr lang="sv-SE" dirty="0" err="1"/>
              <a:t>discipline</a:t>
            </a:r>
            <a:r>
              <a:rPr lang="sv-SE" dirty="0"/>
              <a:t>, institution</a:t>
            </a:r>
          </a:p>
          <a:p>
            <a:r>
              <a:rPr lang="sv-SE" dirty="0" err="1"/>
              <a:t>Critical</a:t>
            </a:r>
            <a:r>
              <a:rPr lang="sv-SE" dirty="0"/>
              <a:t> dimension. Challenges </a:t>
            </a:r>
            <a:r>
              <a:rPr lang="sv-SE" dirty="0" err="1"/>
              <a:t>power</a:t>
            </a:r>
            <a:r>
              <a:rPr lang="sv-SE" dirty="0"/>
              <a:t>, supports </a:t>
            </a:r>
            <a:r>
              <a:rPr lang="sv-SE" dirty="0" err="1"/>
              <a:t>equity</a:t>
            </a:r>
            <a:endParaRPr lang="sv-SE" dirty="0"/>
          </a:p>
          <a:p>
            <a:r>
              <a:rPr lang="sv-SE" dirty="0"/>
              <a:t>OEP = flexible, </a:t>
            </a:r>
            <a:r>
              <a:rPr lang="sv-SE" dirty="0" err="1"/>
              <a:t>evolving</a:t>
            </a:r>
            <a:r>
              <a:rPr lang="sv-SE" dirty="0"/>
              <a:t> approach to </a:t>
            </a:r>
            <a:r>
              <a:rPr lang="sv-SE" dirty="0" err="1"/>
              <a:t>openness</a:t>
            </a:r>
            <a:endParaRPr lang="sv-SE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D449C09E-1179-06CA-6860-8B02E450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Conceptualising</a:t>
            </a:r>
            <a:r>
              <a:rPr lang="sv-SE" dirty="0"/>
              <a:t> OEP (</a:t>
            </a:r>
            <a:r>
              <a:rPr lang="sv-SE" dirty="0" err="1"/>
              <a:t>Cronin</a:t>
            </a:r>
            <a:r>
              <a:rPr lang="sv-SE" dirty="0"/>
              <a:t> &amp; </a:t>
            </a:r>
            <a:r>
              <a:rPr lang="sv-SE" dirty="0" err="1"/>
              <a:t>MacLaren</a:t>
            </a:r>
            <a:r>
              <a:rPr lang="sv-SE" dirty="0"/>
              <a:t>, 2018) </a:t>
            </a: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E8187449-0281-1939-8F3F-C92CF6E4F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319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latshållare för bild 6">
            <a:extLst>
              <a:ext uri="{FF2B5EF4-FFF2-40B4-BE49-F238E27FC236}">
                <a16:creationId xmlns:a16="http://schemas.microsoft.com/office/drawing/2014/main" id="{1AEAA19F-C86B-8944-BFED-E4C9068133E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6361" r="6361"/>
          <a:stretch/>
        </p:blipFill>
        <p:spPr/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BEDF25-4BC9-2748-93E9-BF97855A87D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15900" indent="-215900"/>
            <a:r>
              <a:rPr lang="sv-SE" sz="1600" dirty="0" err="1">
                <a:latin typeface="Arial"/>
                <a:ea typeface="ＭＳ Ｐゴシック"/>
                <a:cs typeface="Arial"/>
              </a:rPr>
              <a:t>Education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is a basis for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democracy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.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Also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funded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by public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resources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. (Hylén, 2006)</a:t>
            </a:r>
            <a:endParaRPr lang="sv-SE" dirty="0">
              <a:latin typeface="Arial"/>
              <a:ea typeface="ＭＳ Ｐゴシック"/>
              <a:cs typeface="Arial"/>
            </a:endParaRPr>
          </a:p>
          <a:p>
            <a:pPr marL="215900" indent="-215900"/>
            <a:r>
              <a:rPr lang="sv-SE" sz="1600" dirty="0" err="1"/>
              <a:t>What</a:t>
            </a:r>
            <a:r>
              <a:rPr lang="sv-SE" sz="1600" dirty="0"/>
              <a:t> </a:t>
            </a:r>
            <a:r>
              <a:rPr lang="sv-SE" sz="1600" dirty="0" err="1"/>
              <a:t>you</a:t>
            </a:r>
            <a:r>
              <a:rPr lang="sv-SE" sz="1600" dirty="0"/>
              <a:t> </a:t>
            </a:r>
            <a:r>
              <a:rPr lang="sv-SE" sz="1600" dirty="0" err="1"/>
              <a:t>share</a:t>
            </a:r>
            <a:r>
              <a:rPr lang="sv-SE" sz="1600" dirty="0"/>
              <a:t> </a:t>
            </a:r>
            <a:r>
              <a:rPr lang="sv-SE" sz="1600" dirty="0" err="1"/>
              <a:t>comes</a:t>
            </a:r>
            <a:r>
              <a:rPr lang="sv-SE" sz="1600" dirty="0"/>
              <a:t> back to </a:t>
            </a:r>
            <a:r>
              <a:rPr lang="sv-SE" sz="1600" dirty="0" err="1"/>
              <a:t>you</a:t>
            </a:r>
            <a:r>
              <a:rPr lang="sv-SE" sz="1600" dirty="0"/>
              <a:t> </a:t>
            </a:r>
            <a:r>
              <a:rPr lang="sv-SE" sz="1600" dirty="0" err="1"/>
              <a:t>refined</a:t>
            </a:r>
            <a:r>
              <a:rPr lang="sv-SE" sz="1600" dirty="0"/>
              <a:t> (</a:t>
            </a:r>
            <a:r>
              <a:rPr lang="sv-SE" sz="1600" dirty="0" err="1"/>
              <a:t>Iiyoshy</a:t>
            </a:r>
            <a:r>
              <a:rPr lang="sv-SE" sz="1600" dirty="0"/>
              <a:t> &amp; Kumar, 2008)</a:t>
            </a:r>
          </a:p>
          <a:p>
            <a:pPr marL="215900" indent="-215900"/>
            <a:r>
              <a:rPr lang="sv-SE" sz="1600" dirty="0">
                <a:latin typeface="Arial"/>
                <a:ea typeface="ＭＳ Ｐゴシック"/>
                <a:cs typeface="Arial"/>
              </a:rPr>
              <a:t>Cross-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boundary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collaboration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/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engagement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with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society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(Engeström, 2015) </a:t>
            </a:r>
            <a:endParaRPr lang="sv-SE" sz="1600" dirty="0"/>
          </a:p>
          <a:p>
            <a:pPr marL="215900" indent="-215900"/>
            <a:r>
              <a:rPr lang="sv-SE" sz="1600" dirty="0" err="1">
                <a:latin typeface="Arial"/>
                <a:ea typeface="ＭＳ Ｐゴシック"/>
                <a:cs typeface="Arial"/>
              </a:rPr>
              <a:t>Some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argue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that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it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increases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robustness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,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while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others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claim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that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quality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deteriorates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. (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Camilleri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et al., 2014)</a:t>
            </a:r>
            <a:endParaRPr lang="sv-SE" sz="1600" dirty="0"/>
          </a:p>
          <a:p>
            <a:pPr marL="215900" indent="-215900"/>
            <a:r>
              <a:rPr lang="sv-SE" sz="1600" dirty="0" err="1">
                <a:latin typeface="Arial"/>
                <a:ea typeface="ＭＳ Ｐゴシック"/>
                <a:cs typeface="Arial"/>
              </a:rPr>
              <a:t>Practice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already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</a:t>
            </a:r>
            <a:r>
              <a:rPr lang="sv-SE" sz="1600" dirty="0" err="1">
                <a:latin typeface="Arial"/>
                <a:ea typeface="ＭＳ Ｐゴシック"/>
                <a:cs typeface="Arial"/>
              </a:rPr>
              <a:t>used</a:t>
            </a:r>
            <a:r>
              <a:rPr lang="sv-SE" sz="1600" dirty="0">
                <a:latin typeface="Arial"/>
                <a:ea typeface="ＭＳ Ｐゴシック"/>
                <a:cs typeface="Arial"/>
              </a:rPr>
              <a:t> in research</a:t>
            </a:r>
          </a:p>
          <a:p>
            <a:pPr marL="215900" indent="-215900"/>
            <a:endParaRPr lang="sv-SE" sz="1600" dirty="0"/>
          </a:p>
        </p:txBody>
      </p:sp>
      <p:pic>
        <p:nvPicPr>
          <p:cNvPr id="9" name="Platshållare för bild 8">
            <a:extLst>
              <a:ext uri="{FF2B5EF4-FFF2-40B4-BE49-F238E27FC236}">
                <a16:creationId xmlns:a16="http://schemas.microsoft.com/office/drawing/2014/main" id="{652C216B-4055-6245-8DC7-673EDD6D7F62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4"/>
          <a:srcRect l="7483" t="2653" b="10135"/>
          <a:stretch>
            <a:fillRect/>
          </a:stretch>
        </p:blipFill>
        <p:spPr>
          <a:xfrm>
            <a:off x="-1" y="2571750"/>
            <a:ext cx="3332549" cy="2304000"/>
          </a:xfrm>
        </p:spPr>
      </p:pic>
      <p:sp>
        <p:nvSpPr>
          <p:cNvPr id="5" name="Rubrik 4">
            <a:extLst>
              <a:ext uri="{FF2B5EF4-FFF2-40B4-BE49-F238E27FC236}">
                <a16:creationId xmlns:a16="http://schemas.microsoft.com/office/drawing/2014/main" id="{C6362616-740D-0248-A416-D34CA200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>
                <a:ea typeface="ＭＳ Ｐゴシック"/>
              </a:rPr>
              <a:t>Sharing</a:t>
            </a:r>
            <a:r>
              <a:rPr lang="sv-SE" dirty="0">
                <a:ea typeface="ＭＳ Ｐゴシック"/>
              </a:rPr>
              <a:t> </a:t>
            </a:r>
            <a:r>
              <a:rPr lang="sv-SE" dirty="0" err="1">
                <a:ea typeface="ＭＳ Ｐゴシック"/>
              </a:rPr>
              <a:t>culture</a:t>
            </a:r>
            <a:r>
              <a:rPr lang="sv-SE" dirty="0">
                <a:ea typeface="ＭＳ Ｐゴシック"/>
              </a:rPr>
              <a:t> – </a:t>
            </a:r>
            <a:r>
              <a:rPr lang="sv-SE" dirty="0" err="1">
                <a:ea typeface="ＭＳ Ｐゴシック"/>
              </a:rPr>
              <a:t>open</a:t>
            </a:r>
            <a:r>
              <a:rPr lang="sv-SE" dirty="0">
                <a:ea typeface="ＭＳ Ｐゴシック"/>
              </a:rPr>
              <a:t> </a:t>
            </a:r>
            <a:r>
              <a:rPr lang="sv-SE" dirty="0" err="1">
                <a:ea typeface="ＭＳ Ｐゴシック"/>
              </a:rPr>
              <a:t>practices</a:t>
            </a:r>
            <a:br>
              <a:rPr lang="sv-SE" dirty="0"/>
            </a:br>
            <a:endParaRPr lang="sv-SE" dirty="0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55D4CBF4-2709-EA40-8AEB-5C9DA7C107D0}"/>
              </a:ext>
            </a:extLst>
          </p:cNvPr>
          <p:cNvSpPr/>
          <p:nvPr/>
        </p:nvSpPr>
        <p:spPr>
          <a:xfrm>
            <a:off x="2162874" y="2156916"/>
            <a:ext cx="8723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000" dirty="0" err="1">
                <a:solidFill>
                  <a:schemeClr val="bg1"/>
                </a:solidFill>
              </a:rPr>
              <a:t>EnginAkyurt</a:t>
            </a:r>
            <a:endParaRPr lang="sv-SE" sz="1000" dirty="0">
              <a:solidFill>
                <a:schemeClr val="bg1"/>
              </a:solidFill>
            </a:endParaRP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1076D859-C330-D344-849E-0F00D7CE63C3}"/>
              </a:ext>
            </a:extLst>
          </p:cNvPr>
          <p:cNvSpPr txBox="1"/>
          <p:nvPr/>
        </p:nvSpPr>
        <p:spPr>
          <a:xfrm>
            <a:off x="2223256" y="4629785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 err="1">
                <a:solidFill>
                  <a:schemeClr val="bg1"/>
                </a:solidFill>
              </a:rPr>
              <a:t>NickStarychenko</a:t>
            </a:r>
            <a:endParaRPr lang="sv-SE" sz="1000" dirty="0">
              <a:solidFill>
                <a:schemeClr val="bg1"/>
              </a:solidFill>
            </a:endParaRPr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963313FB-8757-444F-8AFF-DB4AC313FB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975" y="2206259"/>
            <a:ext cx="341668" cy="173112"/>
          </a:xfrm>
          <a:prstGeom prst="rect">
            <a:avLst/>
          </a:prstGeom>
        </p:spPr>
      </p:pic>
      <p:pic>
        <p:nvPicPr>
          <p:cNvPr id="13" name="Bildobjekt 12">
            <a:extLst>
              <a:ext uri="{FF2B5EF4-FFF2-40B4-BE49-F238E27FC236}">
                <a16:creationId xmlns:a16="http://schemas.microsoft.com/office/drawing/2014/main" id="{428C6C31-4FE8-0E46-8308-CE86209EF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1588" y="4657174"/>
            <a:ext cx="341668" cy="173112"/>
          </a:xfrm>
          <a:prstGeom prst="rect">
            <a:avLst/>
          </a:prstGeom>
        </p:spPr>
      </p:pic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595166E9-3592-B9DB-37A2-0BB955AA9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36326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med rundade hörn 10">
            <a:extLst>
              <a:ext uri="{FF2B5EF4-FFF2-40B4-BE49-F238E27FC236}">
                <a16:creationId xmlns:a16="http://schemas.microsoft.com/office/drawing/2014/main" id="{CB9CD88A-F11D-00C8-760D-D5BD2371888B}"/>
              </a:ext>
            </a:extLst>
          </p:cNvPr>
          <p:cNvSpPr/>
          <p:nvPr/>
        </p:nvSpPr>
        <p:spPr>
          <a:xfrm>
            <a:off x="6228184" y="120628"/>
            <a:ext cx="3106780" cy="849409"/>
          </a:xfrm>
          <a:prstGeom prst="roundRect">
            <a:avLst/>
          </a:prstGeom>
          <a:solidFill>
            <a:schemeClr val="tx2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Rektangel med rundade hörn 11">
            <a:extLst>
              <a:ext uri="{FF2B5EF4-FFF2-40B4-BE49-F238E27FC236}">
                <a16:creationId xmlns:a16="http://schemas.microsoft.com/office/drawing/2014/main" id="{B92577D5-6E71-04AF-75EB-984E923F58A3}"/>
              </a:ext>
            </a:extLst>
          </p:cNvPr>
          <p:cNvSpPr/>
          <p:nvPr/>
        </p:nvSpPr>
        <p:spPr>
          <a:xfrm>
            <a:off x="6228184" y="1048811"/>
            <a:ext cx="3103130" cy="849409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ektangel med rundade hörn 12">
            <a:extLst>
              <a:ext uri="{FF2B5EF4-FFF2-40B4-BE49-F238E27FC236}">
                <a16:creationId xmlns:a16="http://schemas.microsoft.com/office/drawing/2014/main" id="{DF34C4D1-2031-AFA2-38B7-22E3B87AADA5}"/>
              </a:ext>
            </a:extLst>
          </p:cNvPr>
          <p:cNvSpPr/>
          <p:nvPr/>
        </p:nvSpPr>
        <p:spPr>
          <a:xfrm>
            <a:off x="6228184" y="1976994"/>
            <a:ext cx="3103130" cy="849409"/>
          </a:xfrm>
          <a:prstGeom prst="round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4" name="Rektangel med rundade hörn 13">
            <a:extLst>
              <a:ext uri="{FF2B5EF4-FFF2-40B4-BE49-F238E27FC236}">
                <a16:creationId xmlns:a16="http://schemas.microsoft.com/office/drawing/2014/main" id="{1C350DB7-C3CB-0A89-AA49-2CF5463D448A}"/>
              </a:ext>
            </a:extLst>
          </p:cNvPr>
          <p:cNvSpPr/>
          <p:nvPr/>
        </p:nvSpPr>
        <p:spPr>
          <a:xfrm>
            <a:off x="6228184" y="2905177"/>
            <a:ext cx="3103130" cy="849409"/>
          </a:xfrm>
          <a:prstGeom prst="roundRect">
            <a:avLst/>
          </a:prstGeom>
          <a:solidFill>
            <a:schemeClr val="accent4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Rektangel med rundade hörn 14">
            <a:extLst>
              <a:ext uri="{FF2B5EF4-FFF2-40B4-BE49-F238E27FC236}">
                <a16:creationId xmlns:a16="http://schemas.microsoft.com/office/drawing/2014/main" id="{A08E9F5D-081C-8EE9-C401-3EE98A13D623}"/>
              </a:ext>
            </a:extLst>
          </p:cNvPr>
          <p:cNvSpPr/>
          <p:nvPr/>
        </p:nvSpPr>
        <p:spPr>
          <a:xfrm>
            <a:off x="6224534" y="3833360"/>
            <a:ext cx="3106780" cy="849409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12A86187-0C80-CCCF-1CAB-CAFCC3B4804E}"/>
              </a:ext>
            </a:extLst>
          </p:cNvPr>
          <p:cNvSpPr txBox="1"/>
          <p:nvPr/>
        </p:nvSpPr>
        <p:spPr>
          <a:xfrm>
            <a:off x="7753862" y="283723"/>
            <a:ext cx="126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Reuse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20CECDCD-6696-B8CF-A022-2DBAB8834A22}"/>
              </a:ext>
            </a:extLst>
          </p:cNvPr>
          <p:cNvSpPr txBox="1"/>
          <p:nvPr/>
        </p:nvSpPr>
        <p:spPr>
          <a:xfrm>
            <a:off x="7734626" y="1211905"/>
            <a:ext cx="1284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Retain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ruta 17">
            <a:extLst>
              <a:ext uri="{FF2B5EF4-FFF2-40B4-BE49-F238E27FC236}">
                <a16:creationId xmlns:a16="http://schemas.microsoft.com/office/drawing/2014/main" id="{6E9DABB2-56A9-C393-D184-81168A9533D1}"/>
              </a:ext>
            </a:extLst>
          </p:cNvPr>
          <p:cNvSpPr txBox="1"/>
          <p:nvPr/>
        </p:nvSpPr>
        <p:spPr>
          <a:xfrm>
            <a:off x="7673712" y="2140402"/>
            <a:ext cx="1345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Revise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B3D848B2-B950-5747-C70A-CFA729114F76}"/>
              </a:ext>
            </a:extLst>
          </p:cNvPr>
          <p:cNvSpPr txBox="1"/>
          <p:nvPr/>
        </p:nvSpPr>
        <p:spPr>
          <a:xfrm>
            <a:off x="7755466" y="3068272"/>
            <a:ext cx="12634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>
                <a:solidFill>
                  <a:schemeClr val="bg1">
                    <a:lumMod val="95000"/>
                  </a:schemeClr>
                </a:solidFill>
              </a:rPr>
              <a:t>Remix</a:t>
            </a:r>
          </a:p>
        </p:txBody>
      </p:sp>
      <p:sp>
        <p:nvSpPr>
          <p:cNvPr id="20" name="textruta 19">
            <a:extLst>
              <a:ext uri="{FF2B5EF4-FFF2-40B4-BE49-F238E27FC236}">
                <a16:creationId xmlns:a16="http://schemas.microsoft.com/office/drawing/2014/main" id="{D8CB502D-3B46-5363-A99A-86BBEA7CE6F2}"/>
              </a:ext>
            </a:extLst>
          </p:cNvPr>
          <p:cNvSpPr txBox="1"/>
          <p:nvPr/>
        </p:nvSpPr>
        <p:spPr>
          <a:xfrm>
            <a:off x="6735956" y="3996454"/>
            <a:ext cx="2282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Redistribute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ubrik 2">
            <a:extLst>
              <a:ext uri="{FF2B5EF4-FFF2-40B4-BE49-F238E27FC236}">
                <a16:creationId xmlns:a16="http://schemas.microsoft.com/office/drawing/2014/main" id="{2BF75B6C-19A7-8CF7-6ADF-AE6AFAF96ED6}"/>
              </a:ext>
            </a:extLst>
          </p:cNvPr>
          <p:cNvSpPr txBox="1">
            <a:spLocks/>
          </p:cNvSpPr>
          <p:nvPr/>
        </p:nvSpPr>
        <p:spPr bwMode="auto">
          <a:xfrm>
            <a:off x="899592" y="715384"/>
            <a:ext cx="4032448" cy="371273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/>
                <a:ea typeface="ＭＳ Ｐゴシック" pitchFamily="-65" charset="-128"/>
                <a:cs typeface="ＭＳ Ｐゴシック" charset="0"/>
              </a:defRPr>
            </a:lvl1pPr>
            <a:lvl2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ＭＳ Ｐゴシック" charset="0"/>
              </a:defRPr>
            </a:lvl2pPr>
            <a:lvl3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ＭＳ Ｐゴシック" charset="0"/>
              </a:defRPr>
            </a:lvl3pPr>
            <a:lvl4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ＭＳ Ｐゴシック" charset="0"/>
              </a:defRPr>
            </a:lvl4pPr>
            <a:lvl5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464646"/>
                </a:solidFill>
                <a:latin typeface="Arial Bold" pitchFamily="-65" charset="0"/>
                <a:ea typeface="ＭＳ Ｐゴシック" pitchFamily="-65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464646"/>
                </a:solidFill>
                <a:latin typeface="Arial Bold" pitchFamily="-65" charset="0"/>
                <a:ea typeface="ＭＳ Ｐゴシック" pitchFamily="-65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464646"/>
                </a:solidFill>
                <a:latin typeface="Arial Bold" pitchFamily="-65" charset="0"/>
                <a:ea typeface="ＭＳ Ｐゴシック" pitchFamily="-65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464646"/>
                </a:solidFill>
                <a:latin typeface="Arial Bold" pitchFamily="-65" charset="0"/>
                <a:ea typeface="ＭＳ Ｐゴシック" pitchFamily="-65" charset="-128"/>
              </a:defRPr>
            </a:lvl9pPr>
          </a:lstStyle>
          <a:p>
            <a:r>
              <a:rPr lang="sv-SE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The</a:t>
            </a:r>
            <a:r>
              <a:rPr lang="sv-SE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br>
              <a:rPr lang="sv-SE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sv-SE" sz="9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5 </a:t>
            </a:r>
            <a:r>
              <a:rPr lang="sv-SE" sz="9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R’s</a:t>
            </a:r>
            <a:r>
              <a:rPr lang="sv-SE" sz="9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br>
              <a:rPr lang="sv-SE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sv-SE" sz="6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of</a:t>
            </a:r>
            <a:r>
              <a:rPr lang="sv-SE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OER</a:t>
            </a:r>
            <a:endParaRPr lang="sv-SE" sz="54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15BD3441-E5B0-9371-9109-CA0E0FEB9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73452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med rundade hörn 10">
            <a:extLst>
              <a:ext uri="{FF2B5EF4-FFF2-40B4-BE49-F238E27FC236}">
                <a16:creationId xmlns:a16="http://schemas.microsoft.com/office/drawing/2014/main" id="{CB9CD88A-F11D-00C8-760D-D5BD2371888B}"/>
              </a:ext>
            </a:extLst>
          </p:cNvPr>
          <p:cNvSpPr/>
          <p:nvPr/>
        </p:nvSpPr>
        <p:spPr>
          <a:xfrm>
            <a:off x="4788024" y="120628"/>
            <a:ext cx="4546940" cy="849409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Rektangel med rundade hörn 11">
            <a:extLst>
              <a:ext uri="{FF2B5EF4-FFF2-40B4-BE49-F238E27FC236}">
                <a16:creationId xmlns:a16="http://schemas.microsoft.com/office/drawing/2014/main" id="{B92577D5-6E71-04AF-75EB-984E923F58A3}"/>
              </a:ext>
            </a:extLst>
          </p:cNvPr>
          <p:cNvSpPr/>
          <p:nvPr/>
        </p:nvSpPr>
        <p:spPr>
          <a:xfrm>
            <a:off x="6228184" y="1048811"/>
            <a:ext cx="3103130" cy="849409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ektangel med rundade hörn 12">
            <a:extLst>
              <a:ext uri="{FF2B5EF4-FFF2-40B4-BE49-F238E27FC236}">
                <a16:creationId xmlns:a16="http://schemas.microsoft.com/office/drawing/2014/main" id="{DF34C4D1-2031-AFA2-38B7-22E3B87AADA5}"/>
              </a:ext>
            </a:extLst>
          </p:cNvPr>
          <p:cNvSpPr/>
          <p:nvPr/>
        </p:nvSpPr>
        <p:spPr>
          <a:xfrm>
            <a:off x="6228184" y="1976994"/>
            <a:ext cx="3103130" cy="849409"/>
          </a:xfrm>
          <a:prstGeom prst="round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ktangel med rundade hörn 13">
            <a:extLst>
              <a:ext uri="{FF2B5EF4-FFF2-40B4-BE49-F238E27FC236}">
                <a16:creationId xmlns:a16="http://schemas.microsoft.com/office/drawing/2014/main" id="{1C350DB7-C3CB-0A89-AA49-2CF5463D448A}"/>
              </a:ext>
            </a:extLst>
          </p:cNvPr>
          <p:cNvSpPr/>
          <p:nvPr/>
        </p:nvSpPr>
        <p:spPr>
          <a:xfrm>
            <a:off x="6228184" y="2905177"/>
            <a:ext cx="3103130" cy="849409"/>
          </a:xfrm>
          <a:prstGeom prst="roundRect">
            <a:avLst/>
          </a:prstGeom>
          <a:solidFill>
            <a:schemeClr val="accent4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Rektangel med rundade hörn 14">
            <a:extLst>
              <a:ext uri="{FF2B5EF4-FFF2-40B4-BE49-F238E27FC236}">
                <a16:creationId xmlns:a16="http://schemas.microsoft.com/office/drawing/2014/main" id="{A08E9F5D-081C-8EE9-C401-3EE98A13D623}"/>
              </a:ext>
            </a:extLst>
          </p:cNvPr>
          <p:cNvSpPr/>
          <p:nvPr/>
        </p:nvSpPr>
        <p:spPr>
          <a:xfrm>
            <a:off x="6224534" y="3833360"/>
            <a:ext cx="3106780" cy="849409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12A86187-0C80-CCCF-1CAB-CAFCC3B4804E}"/>
              </a:ext>
            </a:extLst>
          </p:cNvPr>
          <p:cNvSpPr txBox="1"/>
          <p:nvPr/>
        </p:nvSpPr>
        <p:spPr>
          <a:xfrm>
            <a:off x="5220072" y="146125"/>
            <a:ext cx="18790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4400" b="1" dirty="0" err="1">
                <a:solidFill>
                  <a:schemeClr val="bg1">
                    <a:lumMod val="95000"/>
                  </a:schemeClr>
                </a:solidFill>
              </a:rPr>
              <a:t>Reuse</a:t>
            </a:r>
            <a:endParaRPr lang="sv-SE" sz="4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20CECDCD-6696-B8CF-A022-2DBAB8834A22}"/>
              </a:ext>
            </a:extLst>
          </p:cNvPr>
          <p:cNvSpPr txBox="1"/>
          <p:nvPr/>
        </p:nvSpPr>
        <p:spPr>
          <a:xfrm>
            <a:off x="7734626" y="1211905"/>
            <a:ext cx="1284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Retain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ruta 17">
            <a:extLst>
              <a:ext uri="{FF2B5EF4-FFF2-40B4-BE49-F238E27FC236}">
                <a16:creationId xmlns:a16="http://schemas.microsoft.com/office/drawing/2014/main" id="{6E9DABB2-56A9-C393-D184-81168A9533D1}"/>
              </a:ext>
            </a:extLst>
          </p:cNvPr>
          <p:cNvSpPr txBox="1"/>
          <p:nvPr/>
        </p:nvSpPr>
        <p:spPr>
          <a:xfrm>
            <a:off x="7673712" y="2140402"/>
            <a:ext cx="1345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Revise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B3D848B2-B950-5747-C70A-CFA729114F76}"/>
              </a:ext>
            </a:extLst>
          </p:cNvPr>
          <p:cNvSpPr txBox="1"/>
          <p:nvPr/>
        </p:nvSpPr>
        <p:spPr>
          <a:xfrm>
            <a:off x="7755466" y="3068272"/>
            <a:ext cx="12634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>
                <a:solidFill>
                  <a:schemeClr val="bg1">
                    <a:lumMod val="95000"/>
                  </a:schemeClr>
                </a:solidFill>
              </a:rPr>
              <a:t>Remix</a:t>
            </a:r>
          </a:p>
        </p:txBody>
      </p:sp>
      <p:sp>
        <p:nvSpPr>
          <p:cNvPr id="20" name="textruta 19">
            <a:extLst>
              <a:ext uri="{FF2B5EF4-FFF2-40B4-BE49-F238E27FC236}">
                <a16:creationId xmlns:a16="http://schemas.microsoft.com/office/drawing/2014/main" id="{D8CB502D-3B46-5363-A99A-86BBEA7CE6F2}"/>
              </a:ext>
            </a:extLst>
          </p:cNvPr>
          <p:cNvSpPr txBox="1"/>
          <p:nvPr/>
        </p:nvSpPr>
        <p:spPr>
          <a:xfrm>
            <a:off x="6735956" y="3996454"/>
            <a:ext cx="2282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Redistribute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5A938C9F-AAF4-038A-064F-A5751339873D}"/>
              </a:ext>
            </a:extLst>
          </p:cNvPr>
          <p:cNvSpPr txBox="1"/>
          <p:nvPr/>
        </p:nvSpPr>
        <p:spPr>
          <a:xfrm>
            <a:off x="611560" y="1732062"/>
            <a:ext cx="422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itchFamily="-65" charset="-128"/>
                <a:cs typeface="ＭＳ Ｐゴシック" pitchFamily="-65" charset="-128"/>
              </a:rPr>
              <a:t>Content can be reused in its unaltered original format </a:t>
            </a:r>
            <a:endParaRPr lang="sv-SE" sz="32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CD37DEA3-3EAD-C068-737D-1C9A520FE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85255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med rundade hörn 11">
            <a:extLst>
              <a:ext uri="{FF2B5EF4-FFF2-40B4-BE49-F238E27FC236}">
                <a16:creationId xmlns:a16="http://schemas.microsoft.com/office/drawing/2014/main" id="{B92577D5-6E71-04AF-75EB-984E923F58A3}"/>
              </a:ext>
            </a:extLst>
          </p:cNvPr>
          <p:cNvSpPr/>
          <p:nvPr/>
        </p:nvSpPr>
        <p:spPr>
          <a:xfrm>
            <a:off x="4784374" y="1048811"/>
            <a:ext cx="4546940" cy="84940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ektangel med rundade hörn 12">
            <a:extLst>
              <a:ext uri="{FF2B5EF4-FFF2-40B4-BE49-F238E27FC236}">
                <a16:creationId xmlns:a16="http://schemas.microsoft.com/office/drawing/2014/main" id="{DF34C4D1-2031-AFA2-38B7-22E3B87AADA5}"/>
              </a:ext>
            </a:extLst>
          </p:cNvPr>
          <p:cNvSpPr/>
          <p:nvPr/>
        </p:nvSpPr>
        <p:spPr>
          <a:xfrm>
            <a:off x="6228184" y="1976994"/>
            <a:ext cx="3103130" cy="849409"/>
          </a:xfrm>
          <a:prstGeom prst="round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ktangel med rundade hörn 13">
            <a:extLst>
              <a:ext uri="{FF2B5EF4-FFF2-40B4-BE49-F238E27FC236}">
                <a16:creationId xmlns:a16="http://schemas.microsoft.com/office/drawing/2014/main" id="{1C350DB7-C3CB-0A89-AA49-2CF5463D448A}"/>
              </a:ext>
            </a:extLst>
          </p:cNvPr>
          <p:cNvSpPr/>
          <p:nvPr/>
        </p:nvSpPr>
        <p:spPr>
          <a:xfrm>
            <a:off x="6228184" y="2905177"/>
            <a:ext cx="3103130" cy="849409"/>
          </a:xfrm>
          <a:prstGeom prst="roundRect">
            <a:avLst/>
          </a:prstGeom>
          <a:solidFill>
            <a:schemeClr val="accent4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Rektangel med rundade hörn 14">
            <a:extLst>
              <a:ext uri="{FF2B5EF4-FFF2-40B4-BE49-F238E27FC236}">
                <a16:creationId xmlns:a16="http://schemas.microsoft.com/office/drawing/2014/main" id="{A08E9F5D-081C-8EE9-C401-3EE98A13D623}"/>
              </a:ext>
            </a:extLst>
          </p:cNvPr>
          <p:cNvSpPr/>
          <p:nvPr/>
        </p:nvSpPr>
        <p:spPr>
          <a:xfrm>
            <a:off x="6224534" y="3833360"/>
            <a:ext cx="3106780" cy="849409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20CECDCD-6696-B8CF-A022-2DBAB8834A22}"/>
              </a:ext>
            </a:extLst>
          </p:cNvPr>
          <p:cNvSpPr txBox="1"/>
          <p:nvPr/>
        </p:nvSpPr>
        <p:spPr>
          <a:xfrm>
            <a:off x="5378770" y="1082229"/>
            <a:ext cx="19094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4400" b="1" dirty="0" err="1">
                <a:solidFill>
                  <a:schemeClr val="bg1">
                    <a:lumMod val="95000"/>
                  </a:schemeClr>
                </a:solidFill>
              </a:rPr>
              <a:t>Retain</a:t>
            </a:r>
            <a:endParaRPr lang="sv-SE" sz="4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ruta 17">
            <a:extLst>
              <a:ext uri="{FF2B5EF4-FFF2-40B4-BE49-F238E27FC236}">
                <a16:creationId xmlns:a16="http://schemas.microsoft.com/office/drawing/2014/main" id="{6E9DABB2-56A9-C393-D184-81168A9533D1}"/>
              </a:ext>
            </a:extLst>
          </p:cNvPr>
          <p:cNvSpPr txBox="1"/>
          <p:nvPr/>
        </p:nvSpPr>
        <p:spPr>
          <a:xfrm>
            <a:off x="7673712" y="2140402"/>
            <a:ext cx="1345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Revise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B3D848B2-B950-5747-C70A-CFA729114F76}"/>
              </a:ext>
            </a:extLst>
          </p:cNvPr>
          <p:cNvSpPr txBox="1"/>
          <p:nvPr/>
        </p:nvSpPr>
        <p:spPr>
          <a:xfrm>
            <a:off x="7755466" y="3068272"/>
            <a:ext cx="12634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>
                <a:solidFill>
                  <a:schemeClr val="bg1">
                    <a:lumMod val="95000"/>
                  </a:schemeClr>
                </a:solidFill>
              </a:rPr>
              <a:t>Remix</a:t>
            </a:r>
          </a:p>
        </p:txBody>
      </p:sp>
      <p:sp>
        <p:nvSpPr>
          <p:cNvPr id="20" name="textruta 19">
            <a:extLst>
              <a:ext uri="{FF2B5EF4-FFF2-40B4-BE49-F238E27FC236}">
                <a16:creationId xmlns:a16="http://schemas.microsoft.com/office/drawing/2014/main" id="{D8CB502D-3B46-5363-A99A-86BBEA7CE6F2}"/>
              </a:ext>
            </a:extLst>
          </p:cNvPr>
          <p:cNvSpPr txBox="1"/>
          <p:nvPr/>
        </p:nvSpPr>
        <p:spPr>
          <a:xfrm>
            <a:off x="6735956" y="3996454"/>
            <a:ext cx="2282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Redistribute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Rektangel med rundade hörn 20">
            <a:extLst>
              <a:ext uri="{FF2B5EF4-FFF2-40B4-BE49-F238E27FC236}">
                <a16:creationId xmlns:a16="http://schemas.microsoft.com/office/drawing/2014/main" id="{465A395F-5553-05BB-1D4B-58745D5F0CC0}"/>
              </a:ext>
            </a:extLst>
          </p:cNvPr>
          <p:cNvSpPr/>
          <p:nvPr/>
        </p:nvSpPr>
        <p:spPr>
          <a:xfrm>
            <a:off x="6228184" y="120628"/>
            <a:ext cx="3106780" cy="849409"/>
          </a:xfrm>
          <a:prstGeom prst="roundRect">
            <a:avLst/>
          </a:prstGeom>
          <a:solidFill>
            <a:schemeClr val="tx2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044A64F2-EC63-4658-BC75-0347DF6BD109}"/>
              </a:ext>
            </a:extLst>
          </p:cNvPr>
          <p:cNvSpPr txBox="1"/>
          <p:nvPr/>
        </p:nvSpPr>
        <p:spPr>
          <a:xfrm>
            <a:off x="7753862" y="283723"/>
            <a:ext cx="126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Reuse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7819FF3E-97A1-5E43-F6F1-049F61C7C0F1}"/>
              </a:ext>
            </a:extLst>
          </p:cNvPr>
          <p:cNvSpPr txBox="1"/>
          <p:nvPr/>
        </p:nvSpPr>
        <p:spPr>
          <a:xfrm>
            <a:off x="611560" y="1491630"/>
            <a:ext cx="41276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>
                <a:ea typeface="ＭＳ Ｐゴシック" pitchFamily="-65" charset="-128"/>
                <a:cs typeface="ＭＳ Ｐゴシック" pitchFamily="-65" charset="-128"/>
              </a:rPr>
              <a:t>Copies of content </a:t>
            </a:r>
            <a:br>
              <a:rPr lang="en-GB" sz="3200" i="1" dirty="0">
                <a:ea typeface="ＭＳ Ｐゴシック" pitchFamily="-65" charset="-128"/>
                <a:cs typeface="ＭＳ Ｐゴシック" pitchFamily="-65" charset="-128"/>
              </a:rPr>
            </a:br>
            <a:r>
              <a:rPr lang="en-GB" sz="3200" i="1" dirty="0">
                <a:ea typeface="ＭＳ Ｐゴシック" pitchFamily="-65" charset="-128"/>
                <a:cs typeface="ＭＳ Ｐゴシック" pitchFamily="-65" charset="-128"/>
              </a:rPr>
              <a:t>can be retained for personal archives or reference </a:t>
            </a:r>
            <a:endParaRPr lang="sv-SE" sz="32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5D49E468-7FEF-98F4-7C4D-9FBE88066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14311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med rundade hörn 12">
            <a:extLst>
              <a:ext uri="{FF2B5EF4-FFF2-40B4-BE49-F238E27FC236}">
                <a16:creationId xmlns:a16="http://schemas.microsoft.com/office/drawing/2014/main" id="{DF34C4D1-2031-AFA2-38B7-22E3B87AADA5}"/>
              </a:ext>
            </a:extLst>
          </p:cNvPr>
          <p:cNvSpPr/>
          <p:nvPr/>
        </p:nvSpPr>
        <p:spPr>
          <a:xfrm>
            <a:off x="4784374" y="1976994"/>
            <a:ext cx="4546940" cy="84940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ktangel med rundade hörn 13">
            <a:extLst>
              <a:ext uri="{FF2B5EF4-FFF2-40B4-BE49-F238E27FC236}">
                <a16:creationId xmlns:a16="http://schemas.microsoft.com/office/drawing/2014/main" id="{1C350DB7-C3CB-0A89-AA49-2CF5463D448A}"/>
              </a:ext>
            </a:extLst>
          </p:cNvPr>
          <p:cNvSpPr/>
          <p:nvPr/>
        </p:nvSpPr>
        <p:spPr>
          <a:xfrm>
            <a:off x="6228184" y="2905177"/>
            <a:ext cx="3103130" cy="849409"/>
          </a:xfrm>
          <a:prstGeom prst="roundRect">
            <a:avLst/>
          </a:prstGeom>
          <a:solidFill>
            <a:schemeClr val="accent4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Rektangel med rundade hörn 14">
            <a:extLst>
              <a:ext uri="{FF2B5EF4-FFF2-40B4-BE49-F238E27FC236}">
                <a16:creationId xmlns:a16="http://schemas.microsoft.com/office/drawing/2014/main" id="{A08E9F5D-081C-8EE9-C401-3EE98A13D623}"/>
              </a:ext>
            </a:extLst>
          </p:cNvPr>
          <p:cNvSpPr/>
          <p:nvPr/>
        </p:nvSpPr>
        <p:spPr>
          <a:xfrm>
            <a:off x="6224534" y="3833360"/>
            <a:ext cx="3106780" cy="849409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textruta 17">
            <a:extLst>
              <a:ext uri="{FF2B5EF4-FFF2-40B4-BE49-F238E27FC236}">
                <a16:creationId xmlns:a16="http://schemas.microsoft.com/office/drawing/2014/main" id="{6E9DABB2-56A9-C393-D184-81168A9533D1}"/>
              </a:ext>
            </a:extLst>
          </p:cNvPr>
          <p:cNvSpPr txBox="1"/>
          <p:nvPr/>
        </p:nvSpPr>
        <p:spPr>
          <a:xfrm>
            <a:off x="5220072" y="2018333"/>
            <a:ext cx="2574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4400" b="1" dirty="0" err="1">
                <a:solidFill>
                  <a:schemeClr val="bg1">
                    <a:lumMod val="95000"/>
                  </a:schemeClr>
                </a:solidFill>
              </a:rPr>
              <a:t>Revise</a:t>
            </a:r>
            <a:endParaRPr lang="sv-SE" sz="4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B3D848B2-B950-5747-C70A-CFA729114F76}"/>
              </a:ext>
            </a:extLst>
          </p:cNvPr>
          <p:cNvSpPr txBox="1"/>
          <p:nvPr/>
        </p:nvSpPr>
        <p:spPr>
          <a:xfrm>
            <a:off x="7755466" y="3068272"/>
            <a:ext cx="12634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>
                <a:solidFill>
                  <a:schemeClr val="bg1">
                    <a:lumMod val="95000"/>
                  </a:schemeClr>
                </a:solidFill>
              </a:rPr>
              <a:t>Remix</a:t>
            </a:r>
          </a:p>
        </p:txBody>
      </p:sp>
      <p:sp>
        <p:nvSpPr>
          <p:cNvPr id="20" name="textruta 19">
            <a:extLst>
              <a:ext uri="{FF2B5EF4-FFF2-40B4-BE49-F238E27FC236}">
                <a16:creationId xmlns:a16="http://schemas.microsoft.com/office/drawing/2014/main" id="{D8CB502D-3B46-5363-A99A-86BBEA7CE6F2}"/>
              </a:ext>
            </a:extLst>
          </p:cNvPr>
          <p:cNvSpPr txBox="1"/>
          <p:nvPr/>
        </p:nvSpPr>
        <p:spPr>
          <a:xfrm>
            <a:off x="6735956" y="3996454"/>
            <a:ext cx="2282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Redistribute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Rektangel med rundade hörn 20">
            <a:extLst>
              <a:ext uri="{FF2B5EF4-FFF2-40B4-BE49-F238E27FC236}">
                <a16:creationId xmlns:a16="http://schemas.microsoft.com/office/drawing/2014/main" id="{465A395F-5553-05BB-1D4B-58745D5F0CC0}"/>
              </a:ext>
            </a:extLst>
          </p:cNvPr>
          <p:cNvSpPr/>
          <p:nvPr/>
        </p:nvSpPr>
        <p:spPr>
          <a:xfrm>
            <a:off x="6228184" y="120628"/>
            <a:ext cx="3106780" cy="849409"/>
          </a:xfrm>
          <a:prstGeom prst="roundRect">
            <a:avLst/>
          </a:prstGeom>
          <a:solidFill>
            <a:schemeClr val="tx2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044A64F2-EC63-4658-BC75-0347DF6BD109}"/>
              </a:ext>
            </a:extLst>
          </p:cNvPr>
          <p:cNvSpPr txBox="1"/>
          <p:nvPr/>
        </p:nvSpPr>
        <p:spPr>
          <a:xfrm>
            <a:off x="7753862" y="283723"/>
            <a:ext cx="126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Reuse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Rektangel med rundade hörn 22">
            <a:extLst>
              <a:ext uri="{FF2B5EF4-FFF2-40B4-BE49-F238E27FC236}">
                <a16:creationId xmlns:a16="http://schemas.microsoft.com/office/drawing/2014/main" id="{6130514F-11BD-0D49-1C50-BD40F2B13170}"/>
              </a:ext>
            </a:extLst>
          </p:cNvPr>
          <p:cNvSpPr/>
          <p:nvPr/>
        </p:nvSpPr>
        <p:spPr>
          <a:xfrm>
            <a:off x="6228184" y="1048811"/>
            <a:ext cx="3103130" cy="849409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A4AB730E-DC5C-7F9F-FA4C-FAD275A6A724}"/>
              </a:ext>
            </a:extLst>
          </p:cNvPr>
          <p:cNvSpPr txBox="1"/>
          <p:nvPr/>
        </p:nvSpPr>
        <p:spPr>
          <a:xfrm>
            <a:off x="7734626" y="1211905"/>
            <a:ext cx="1284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Retain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textruta 27">
            <a:extLst>
              <a:ext uri="{FF2B5EF4-FFF2-40B4-BE49-F238E27FC236}">
                <a16:creationId xmlns:a16="http://schemas.microsoft.com/office/drawing/2014/main" id="{0083A73F-FA14-D397-A5DD-A811FC4AAEF6}"/>
              </a:ext>
            </a:extLst>
          </p:cNvPr>
          <p:cNvSpPr txBox="1"/>
          <p:nvPr/>
        </p:nvSpPr>
        <p:spPr>
          <a:xfrm>
            <a:off x="611560" y="1732062"/>
            <a:ext cx="422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>
                <a:ea typeface="ＭＳ Ｐゴシック" pitchFamily="-65" charset="-128"/>
                <a:cs typeface="ＭＳ Ｐゴシック" pitchFamily="-65" charset="-128"/>
              </a:rPr>
              <a:t>Content can be modified or altered </a:t>
            </a:r>
            <a:br>
              <a:rPr lang="en-GB" sz="3200" i="1" dirty="0">
                <a:ea typeface="ＭＳ Ｐゴシック" pitchFamily="-65" charset="-128"/>
                <a:cs typeface="ＭＳ Ｐゴシック" pitchFamily="-65" charset="-128"/>
              </a:rPr>
            </a:br>
            <a:r>
              <a:rPr lang="en-GB" sz="3200" i="1" dirty="0">
                <a:ea typeface="ＭＳ Ｐゴシック" pitchFamily="-65" charset="-128"/>
                <a:cs typeface="ＭＳ Ｐゴシック" pitchFamily="-65" charset="-128"/>
              </a:rPr>
              <a:t>to suit specific needs </a:t>
            </a:r>
            <a:endParaRPr lang="sv-SE" sz="32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BFA1BDCF-683B-C85F-F24D-7A6420799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87938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ktangel med rundade hörn 13">
            <a:extLst>
              <a:ext uri="{FF2B5EF4-FFF2-40B4-BE49-F238E27FC236}">
                <a16:creationId xmlns:a16="http://schemas.microsoft.com/office/drawing/2014/main" id="{1C350DB7-C3CB-0A89-AA49-2CF5463D448A}"/>
              </a:ext>
            </a:extLst>
          </p:cNvPr>
          <p:cNvSpPr/>
          <p:nvPr/>
        </p:nvSpPr>
        <p:spPr>
          <a:xfrm>
            <a:off x="4784374" y="2905177"/>
            <a:ext cx="4546940" cy="849409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Rektangel med rundade hörn 14">
            <a:extLst>
              <a:ext uri="{FF2B5EF4-FFF2-40B4-BE49-F238E27FC236}">
                <a16:creationId xmlns:a16="http://schemas.microsoft.com/office/drawing/2014/main" id="{A08E9F5D-081C-8EE9-C401-3EE98A13D623}"/>
              </a:ext>
            </a:extLst>
          </p:cNvPr>
          <p:cNvSpPr/>
          <p:nvPr/>
        </p:nvSpPr>
        <p:spPr>
          <a:xfrm>
            <a:off x="6224534" y="3833360"/>
            <a:ext cx="3106780" cy="849409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B3D848B2-B950-5747-C70A-CFA729114F76}"/>
              </a:ext>
            </a:extLst>
          </p:cNvPr>
          <p:cNvSpPr txBox="1"/>
          <p:nvPr/>
        </p:nvSpPr>
        <p:spPr>
          <a:xfrm>
            <a:off x="5220072" y="2954437"/>
            <a:ext cx="18790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4400" b="1" dirty="0">
                <a:solidFill>
                  <a:schemeClr val="bg1">
                    <a:lumMod val="95000"/>
                  </a:schemeClr>
                </a:solidFill>
              </a:rPr>
              <a:t>Remix</a:t>
            </a:r>
          </a:p>
        </p:txBody>
      </p:sp>
      <p:sp>
        <p:nvSpPr>
          <p:cNvPr id="20" name="textruta 19">
            <a:extLst>
              <a:ext uri="{FF2B5EF4-FFF2-40B4-BE49-F238E27FC236}">
                <a16:creationId xmlns:a16="http://schemas.microsoft.com/office/drawing/2014/main" id="{D8CB502D-3B46-5363-A99A-86BBEA7CE6F2}"/>
              </a:ext>
            </a:extLst>
          </p:cNvPr>
          <p:cNvSpPr txBox="1"/>
          <p:nvPr/>
        </p:nvSpPr>
        <p:spPr>
          <a:xfrm>
            <a:off x="6735956" y="3996454"/>
            <a:ext cx="2282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Redistribute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Rektangel med rundade hörn 20">
            <a:extLst>
              <a:ext uri="{FF2B5EF4-FFF2-40B4-BE49-F238E27FC236}">
                <a16:creationId xmlns:a16="http://schemas.microsoft.com/office/drawing/2014/main" id="{465A395F-5553-05BB-1D4B-58745D5F0CC0}"/>
              </a:ext>
            </a:extLst>
          </p:cNvPr>
          <p:cNvSpPr/>
          <p:nvPr/>
        </p:nvSpPr>
        <p:spPr>
          <a:xfrm>
            <a:off x="6228184" y="120628"/>
            <a:ext cx="3106780" cy="849409"/>
          </a:xfrm>
          <a:prstGeom prst="roundRect">
            <a:avLst/>
          </a:prstGeom>
          <a:solidFill>
            <a:schemeClr val="tx2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044A64F2-EC63-4658-BC75-0347DF6BD109}"/>
              </a:ext>
            </a:extLst>
          </p:cNvPr>
          <p:cNvSpPr txBox="1"/>
          <p:nvPr/>
        </p:nvSpPr>
        <p:spPr>
          <a:xfrm>
            <a:off x="7753862" y="283723"/>
            <a:ext cx="126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Reuse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Rektangel med rundade hörn 22">
            <a:extLst>
              <a:ext uri="{FF2B5EF4-FFF2-40B4-BE49-F238E27FC236}">
                <a16:creationId xmlns:a16="http://schemas.microsoft.com/office/drawing/2014/main" id="{6130514F-11BD-0D49-1C50-BD40F2B13170}"/>
              </a:ext>
            </a:extLst>
          </p:cNvPr>
          <p:cNvSpPr/>
          <p:nvPr/>
        </p:nvSpPr>
        <p:spPr>
          <a:xfrm>
            <a:off x="6228184" y="1048811"/>
            <a:ext cx="3103130" cy="849409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A4AB730E-DC5C-7F9F-FA4C-FAD275A6A724}"/>
              </a:ext>
            </a:extLst>
          </p:cNvPr>
          <p:cNvSpPr txBox="1"/>
          <p:nvPr/>
        </p:nvSpPr>
        <p:spPr>
          <a:xfrm>
            <a:off x="7734626" y="1211905"/>
            <a:ext cx="1284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Retain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ktangel med rundade hörn 1">
            <a:extLst>
              <a:ext uri="{FF2B5EF4-FFF2-40B4-BE49-F238E27FC236}">
                <a16:creationId xmlns:a16="http://schemas.microsoft.com/office/drawing/2014/main" id="{809F0C1E-595B-3015-A532-45BAE523D1AB}"/>
              </a:ext>
            </a:extLst>
          </p:cNvPr>
          <p:cNvSpPr/>
          <p:nvPr/>
        </p:nvSpPr>
        <p:spPr>
          <a:xfrm>
            <a:off x="6228184" y="1976994"/>
            <a:ext cx="3103130" cy="849409"/>
          </a:xfrm>
          <a:prstGeom prst="round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4FA111F5-200E-4D07-6582-740EC26F3993}"/>
              </a:ext>
            </a:extLst>
          </p:cNvPr>
          <p:cNvSpPr txBox="1"/>
          <p:nvPr/>
        </p:nvSpPr>
        <p:spPr>
          <a:xfrm>
            <a:off x="7673712" y="2140402"/>
            <a:ext cx="1345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Revise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E825C0E6-657F-D874-8042-4CB6D560B66C}"/>
              </a:ext>
            </a:extLst>
          </p:cNvPr>
          <p:cNvSpPr txBox="1"/>
          <p:nvPr/>
        </p:nvSpPr>
        <p:spPr>
          <a:xfrm>
            <a:off x="539552" y="1419622"/>
            <a:ext cx="43193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>
                <a:ea typeface="ＭＳ Ｐゴシック" pitchFamily="-65" charset="-128"/>
                <a:cs typeface="ＭＳ Ｐゴシック" pitchFamily="-65" charset="-128"/>
              </a:rPr>
              <a:t>Content can be adapted with other similar content to create something new</a:t>
            </a:r>
            <a:endParaRPr lang="sv-SE" sz="32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97D1038-06D1-0A06-465D-B243211A1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23555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ktangel med rundade hörn 14">
            <a:extLst>
              <a:ext uri="{FF2B5EF4-FFF2-40B4-BE49-F238E27FC236}">
                <a16:creationId xmlns:a16="http://schemas.microsoft.com/office/drawing/2014/main" id="{A08E9F5D-081C-8EE9-C401-3EE98A13D623}"/>
              </a:ext>
            </a:extLst>
          </p:cNvPr>
          <p:cNvSpPr/>
          <p:nvPr/>
        </p:nvSpPr>
        <p:spPr>
          <a:xfrm>
            <a:off x="4784374" y="3833360"/>
            <a:ext cx="4546940" cy="849409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textruta 19">
            <a:extLst>
              <a:ext uri="{FF2B5EF4-FFF2-40B4-BE49-F238E27FC236}">
                <a16:creationId xmlns:a16="http://schemas.microsoft.com/office/drawing/2014/main" id="{D8CB502D-3B46-5363-A99A-86BBEA7CE6F2}"/>
              </a:ext>
            </a:extLst>
          </p:cNvPr>
          <p:cNvSpPr txBox="1"/>
          <p:nvPr/>
        </p:nvSpPr>
        <p:spPr>
          <a:xfrm>
            <a:off x="5220072" y="3867894"/>
            <a:ext cx="34772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4400" b="1" dirty="0" err="1">
                <a:solidFill>
                  <a:schemeClr val="bg1">
                    <a:lumMod val="95000"/>
                  </a:schemeClr>
                </a:solidFill>
              </a:rPr>
              <a:t>Redistribute</a:t>
            </a:r>
            <a:endParaRPr lang="sv-SE" sz="4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Rektangel med rundade hörn 20">
            <a:extLst>
              <a:ext uri="{FF2B5EF4-FFF2-40B4-BE49-F238E27FC236}">
                <a16:creationId xmlns:a16="http://schemas.microsoft.com/office/drawing/2014/main" id="{465A395F-5553-05BB-1D4B-58745D5F0CC0}"/>
              </a:ext>
            </a:extLst>
          </p:cNvPr>
          <p:cNvSpPr/>
          <p:nvPr/>
        </p:nvSpPr>
        <p:spPr>
          <a:xfrm>
            <a:off x="6228184" y="120628"/>
            <a:ext cx="3106780" cy="849409"/>
          </a:xfrm>
          <a:prstGeom prst="roundRect">
            <a:avLst/>
          </a:prstGeom>
          <a:solidFill>
            <a:schemeClr val="tx2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044A64F2-EC63-4658-BC75-0347DF6BD109}"/>
              </a:ext>
            </a:extLst>
          </p:cNvPr>
          <p:cNvSpPr txBox="1"/>
          <p:nvPr/>
        </p:nvSpPr>
        <p:spPr>
          <a:xfrm>
            <a:off x="7753862" y="283723"/>
            <a:ext cx="126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Reuse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Rektangel med rundade hörn 22">
            <a:extLst>
              <a:ext uri="{FF2B5EF4-FFF2-40B4-BE49-F238E27FC236}">
                <a16:creationId xmlns:a16="http://schemas.microsoft.com/office/drawing/2014/main" id="{6130514F-11BD-0D49-1C50-BD40F2B13170}"/>
              </a:ext>
            </a:extLst>
          </p:cNvPr>
          <p:cNvSpPr/>
          <p:nvPr/>
        </p:nvSpPr>
        <p:spPr>
          <a:xfrm>
            <a:off x="6228184" y="1048811"/>
            <a:ext cx="3103130" cy="849409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A4AB730E-DC5C-7F9F-FA4C-FAD275A6A724}"/>
              </a:ext>
            </a:extLst>
          </p:cNvPr>
          <p:cNvSpPr txBox="1"/>
          <p:nvPr/>
        </p:nvSpPr>
        <p:spPr>
          <a:xfrm>
            <a:off x="7734626" y="1211905"/>
            <a:ext cx="1284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Retain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ktangel med rundade hörn 1">
            <a:extLst>
              <a:ext uri="{FF2B5EF4-FFF2-40B4-BE49-F238E27FC236}">
                <a16:creationId xmlns:a16="http://schemas.microsoft.com/office/drawing/2014/main" id="{809F0C1E-595B-3015-A532-45BAE523D1AB}"/>
              </a:ext>
            </a:extLst>
          </p:cNvPr>
          <p:cNvSpPr/>
          <p:nvPr/>
        </p:nvSpPr>
        <p:spPr>
          <a:xfrm>
            <a:off x="6228184" y="1976994"/>
            <a:ext cx="3103130" cy="849409"/>
          </a:xfrm>
          <a:prstGeom prst="round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4FA111F5-200E-4D07-6582-740EC26F3993}"/>
              </a:ext>
            </a:extLst>
          </p:cNvPr>
          <p:cNvSpPr txBox="1"/>
          <p:nvPr/>
        </p:nvSpPr>
        <p:spPr>
          <a:xfrm>
            <a:off x="7673712" y="2140402"/>
            <a:ext cx="1345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 err="1">
                <a:solidFill>
                  <a:schemeClr val="bg1">
                    <a:lumMod val="95000"/>
                  </a:schemeClr>
                </a:solidFill>
              </a:rPr>
              <a:t>Revise</a:t>
            </a:r>
            <a:endParaRPr lang="sv-SE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ktangel med rundade hörn 4">
            <a:extLst>
              <a:ext uri="{FF2B5EF4-FFF2-40B4-BE49-F238E27FC236}">
                <a16:creationId xmlns:a16="http://schemas.microsoft.com/office/drawing/2014/main" id="{1096FC77-BE9B-7CFF-6134-554BC14FE57E}"/>
              </a:ext>
            </a:extLst>
          </p:cNvPr>
          <p:cNvSpPr/>
          <p:nvPr/>
        </p:nvSpPr>
        <p:spPr>
          <a:xfrm>
            <a:off x="6228184" y="2905177"/>
            <a:ext cx="3103130" cy="849409"/>
          </a:xfrm>
          <a:prstGeom prst="roundRect">
            <a:avLst/>
          </a:prstGeom>
          <a:solidFill>
            <a:schemeClr val="accent4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3D32544E-9C34-C46B-6BCD-C91113B5E9D6}"/>
              </a:ext>
            </a:extLst>
          </p:cNvPr>
          <p:cNvSpPr txBox="1"/>
          <p:nvPr/>
        </p:nvSpPr>
        <p:spPr>
          <a:xfrm>
            <a:off x="7755466" y="3068272"/>
            <a:ext cx="12634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sv-SE" sz="2800" b="1" dirty="0">
                <a:solidFill>
                  <a:schemeClr val="bg1">
                    <a:lumMod val="95000"/>
                  </a:schemeClr>
                </a:solidFill>
              </a:rPr>
              <a:t>Remix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949080CB-3CFB-AA22-F0B8-71D66715F972}"/>
              </a:ext>
            </a:extLst>
          </p:cNvPr>
          <p:cNvSpPr txBox="1"/>
          <p:nvPr/>
        </p:nvSpPr>
        <p:spPr>
          <a:xfrm>
            <a:off x="611560" y="1419622"/>
            <a:ext cx="422281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>
                <a:ea typeface="ＭＳ Ｐゴシック" pitchFamily="-65" charset="-128"/>
                <a:cs typeface="ＭＳ Ｐゴシック" pitchFamily="-65" charset="-128"/>
              </a:rPr>
              <a:t>Content can be shared with anyone else in its original or altered format </a:t>
            </a:r>
            <a:endParaRPr lang="sv-SE" sz="32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4D9CFDAC-0AB8-7F5E-DCDF-57D579564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0236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>
            <a:extLst>
              <a:ext uri="{FF2B5EF4-FFF2-40B4-BE49-F238E27FC236}">
                <a16:creationId xmlns:a16="http://schemas.microsoft.com/office/drawing/2014/main" id="{5584AFF1-6E80-52C1-D4BE-9BEB06C11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0478" y="843558"/>
            <a:ext cx="3163044" cy="3163044"/>
          </a:xfrm>
          <a:prstGeom prst="rect">
            <a:avLst/>
          </a:prstGeom>
        </p:spPr>
      </p:pic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9454A808-BA77-642F-586B-F7FF8335F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75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>
            <a:extLst>
              <a:ext uri="{FF2B5EF4-FFF2-40B4-BE49-F238E27FC236}">
                <a16:creationId xmlns:a16="http://schemas.microsoft.com/office/drawing/2014/main" id="{E1426313-2377-BBA7-C12A-295E1F3BC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15816" y="843558"/>
            <a:ext cx="3312368" cy="3295114"/>
          </a:xfrm>
          <a:prstGeom prst="rect">
            <a:avLst/>
          </a:prstGeom>
        </p:spPr>
      </p:pic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E00DD8B9-9CC7-721A-5896-07EBD9424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38210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>
            <a:extLst>
              <a:ext uri="{FF2B5EF4-FFF2-40B4-BE49-F238E27FC236}">
                <a16:creationId xmlns:a16="http://schemas.microsoft.com/office/drawing/2014/main" id="{E1426313-2377-BBA7-C12A-295E1F3BC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152" y="1686474"/>
            <a:ext cx="1447540" cy="1440000"/>
          </a:xfrm>
          <a:prstGeom prst="rect">
            <a:avLst/>
          </a:prstGeom>
        </p:spPr>
      </p:pic>
      <p:pic>
        <p:nvPicPr>
          <p:cNvPr id="6" name="Bild 5">
            <a:extLst>
              <a:ext uri="{FF2B5EF4-FFF2-40B4-BE49-F238E27FC236}">
                <a16:creationId xmlns:a16="http://schemas.microsoft.com/office/drawing/2014/main" id="{85AEA700-48B8-8FBA-14CD-45444DEF9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1807" y="1683577"/>
            <a:ext cx="1447540" cy="1440000"/>
          </a:xfrm>
          <a:prstGeom prst="rect">
            <a:avLst/>
          </a:prstGeom>
        </p:spPr>
      </p:pic>
      <p:pic>
        <p:nvPicPr>
          <p:cNvPr id="8" name="Bild 7">
            <a:extLst>
              <a:ext uri="{FF2B5EF4-FFF2-40B4-BE49-F238E27FC236}">
                <a16:creationId xmlns:a16="http://schemas.microsoft.com/office/drawing/2014/main" id="{5A65C2E8-D6F6-9A11-E7BD-937C5EA3B9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1780" y="1683577"/>
            <a:ext cx="1447540" cy="1440000"/>
          </a:xfrm>
          <a:prstGeom prst="rect">
            <a:avLst/>
          </a:prstGeom>
        </p:spPr>
      </p:pic>
      <p:pic>
        <p:nvPicPr>
          <p:cNvPr id="10" name="Bild 9">
            <a:extLst>
              <a:ext uri="{FF2B5EF4-FFF2-40B4-BE49-F238E27FC236}">
                <a16:creationId xmlns:a16="http://schemas.microsoft.com/office/drawing/2014/main" id="{76EFCFA9-0F35-254D-4A0F-7E4C949436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2845" y="1683577"/>
            <a:ext cx="1447540" cy="1440000"/>
          </a:xfrm>
          <a:prstGeom prst="rect">
            <a:avLst/>
          </a:prstGeom>
        </p:spPr>
      </p:pic>
      <p:pic>
        <p:nvPicPr>
          <p:cNvPr id="12" name="Bild 11">
            <a:extLst>
              <a:ext uri="{FF2B5EF4-FFF2-40B4-BE49-F238E27FC236}">
                <a16:creationId xmlns:a16="http://schemas.microsoft.com/office/drawing/2014/main" id="{B9691495-2020-7488-0DE4-8CFAA3D46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6096" y="1683577"/>
            <a:ext cx="1440000" cy="1440000"/>
          </a:xfrm>
          <a:prstGeom prst="rect">
            <a:avLst/>
          </a:prstGeom>
        </p:spPr>
      </p:pic>
      <p:sp>
        <p:nvSpPr>
          <p:cNvPr id="2" name="textruta 1">
            <a:extLst>
              <a:ext uri="{FF2B5EF4-FFF2-40B4-BE49-F238E27FC236}">
                <a16:creationId xmlns:a16="http://schemas.microsoft.com/office/drawing/2014/main" id="{C92DC297-F506-8BCB-09A7-90A07F0C9E5C}"/>
              </a:ext>
            </a:extLst>
          </p:cNvPr>
          <p:cNvSpPr txBox="1"/>
          <p:nvPr/>
        </p:nvSpPr>
        <p:spPr>
          <a:xfrm>
            <a:off x="2556388" y="3291830"/>
            <a:ext cx="109837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2400" b="1" dirty="0"/>
              <a:t>BY</a:t>
            </a:r>
            <a:br>
              <a:rPr lang="sv-SE" sz="2400" b="1" dirty="0"/>
            </a:br>
            <a:r>
              <a:rPr lang="sv-SE" sz="1400" b="1" dirty="0"/>
              <a:t>Attribution</a:t>
            </a:r>
            <a:endParaRPr lang="sv-SE" sz="2400" b="1" dirty="0"/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C5153AA0-95E0-CF25-D6DC-04C099BA7208}"/>
              </a:ext>
            </a:extLst>
          </p:cNvPr>
          <p:cNvSpPr txBox="1"/>
          <p:nvPr/>
        </p:nvSpPr>
        <p:spPr>
          <a:xfrm>
            <a:off x="4150880" y="3291830"/>
            <a:ext cx="113043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2400" b="1" dirty="0"/>
              <a:t>SA</a:t>
            </a:r>
            <a:br>
              <a:rPr lang="sv-SE" sz="2400" b="1" dirty="0"/>
            </a:br>
            <a:r>
              <a:rPr lang="sv-SE" sz="1400" b="1" dirty="0" err="1"/>
              <a:t>Share</a:t>
            </a:r>
            <a:r>
              <a:rPr lang="sv-SE" sz="1400" b="1" dirty="0"/>
              <a:t> </a:t>
            </a:r>
            <a:r>
              <a:rPr lang="sv-SE" sz="1400" b="1" dirty="0" err="1"/>
              <a:t>alike</a:t>
            </a:r>
            <a:endParaRPr lang="sv-SE" sz="2400" b="1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88FBD0E9-6A32-9D49-456C-5B08B6A2BF3B}"/>
              </a:ext>
            </a:extLst>
          </p:cNvPr>
          <p:cNvSpPr txBox="1"/>
          <p:nvPr/>
        </p:nvSpPr>
        <p:spPr>
          <a:xfrm>
            <a:off x="7121103" y="3291830"/>
            <a:ext cx="158889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2400" b="1" dirty="0"/>
              <a:t>NC</a:t>
            </a:r>
            <a:br>
              <a:rPr lang="sv-SE" sz="2400" b="1" dirty="0"/>
            </a:br>
            <a:r>
              <a:rPr lang="sv-SE" sz="1400" b="1" dirty="0"/>
              <a:t>Non-</a:t>
            </a:r>
            <a:r>
              <a:rPr lang="sv-SE" sz="1400" b="1" dirty="0" err="1"/>
              <a:t>commercial</a:t>
            </a:r>
            <a:endParaRPr lang="sv-SE" sz="2400" b="1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113A271F-C9BC-7B4B-0078-543255C61E63}"/>
              </a:ext>
            </a:extLst>
          </p:cNvPr>
          <p:cNvSpPr txBox="1"/>
          <p:nvPr/>
        </p:nvSpPr>
        <p:spPr>
          <a:xfrm>
            <a:off x="5624377" y="3291830"/>
            <a:ext cx="140775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2400" b="1" dirty="0"/>
              <a:t>ND</a:t>
            </a:r>
            <a:br>
              <a:rPr lang="sv-SE" sz="2400" b="1" dirty="0"/>
            </a:br>
            <a:r>
              <a:rPr lang="sv-SE" sz="1400" b="1" dirty="0"/>
              <a:t>No </a:t>
            </a:r>
            <a:r>
              <a:rPr lang="sv-SE" sz="1400" b="1" dirty="0" err="1"/>
              <a:t>derivatives</a:t>
            </a:r>
            <a:endParaRPr lang="sv-SE" sz="2400" b="1" dirty="0"/>
          </a:p>
        </p:txBody>
      </p:sp>
      <p:sp>
        <p:nvSpPr>
          <p:cNvPr id="9" name="Platshållare för sidfot 8">
            <a:extLst>
              <a:ext uri="{FF2B5EF4-FFF2-40B4-BE49-F238E27FC236}">
                <a16:creationId xmlns:a16="http://schemas.microsoft.com/office/drawing/2014/main" id="{326C32F3-CBE7-CAEF-0686-A32F57CF9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06270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4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0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3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mph" presetSubtype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7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mph" presetSubtype="0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1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6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9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4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7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mph" presetSubtype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1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mph" presetSubtype="0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5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0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3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mph" presetSubtype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9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9" presetClass="emph" presetSubtype="0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0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6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9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mph" presetSubtype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13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9" presetClass="emph" presetSubtype="0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17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21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9" presetClass="emph" presetSubtype="0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25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0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mph" presetSubtype="0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3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6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mph" presetSubtype="0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9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mph" presetSubtype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2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43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9" presetClass="emph" presetSubtype="0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4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51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9" presetClass="emph" presetSubtype="0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55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3" grpId="0"/>
      <p:bldP spid="3" grpId="1"/>
      <p:bldP spid="3" grpId="2"/>
      <p:bldP spid="3" grpId="3"/>
      <p:bldP spid="3" grpId="4"/>
      <p:bldP spid="3" grpId="5"/>
      <p:bldP spid="5" grpId="0"/>
      <p:bldP spid="5" grpId="1"/>
      <p:bldP spid="5" grpId="2"/>
      <p:bldP spid="5" grpId="3"/>
      <p:bldP spid="5" grpId="4"/>
      <p:bldP spid="5" grpId="5"/>
      <p:bldP spid="5" grpId="6"/>
      <p:bldP spid="7" grpId="0"/>
      <p:bldP spid="7" grpId="1"/>
      <p:bldP spid="7" grpId="2"/>
      <p:bldP spid="7" grpId="3"/>
      <p:bldP spid="7" grpId="4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>
            <a:extLst>
              <a:ext uri="{FF2B5EF4-FFF2-40B4-BE49-F238E27FC236}">
                <a16:creationId xmlns:a16="http://schemas.microsoft.com/office/drawing/2014/main" id="{E1426313-2377-BBA7-C12A-295E1F3BC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08437" y="1663547"/>
            <a:ext cx="1447540" cy="1440000"/>
          </a:xfrm>
          <a:prstGeom prst="rect">
            <a:avLst/>
          </a:prstGeom>
        </p:spPr>
      </p:pic>
      <p:pic>
        <p:nvPicPr>
          <p:cNvPr id="15" name="Bild 14">
            <a:extLst>
              <a:ext uri="{FF2B5EF4-FFF2-40B4-BE49-F238E27FC236}">
                <a16:creationId xmlns:a16="http://schemas.microsoft.com/office/drawing/2014/main" id="{E57098C3-3A24-A36A-5638-04FFA017BA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8024" y="1663547"/>
            <a:ext cx="1440000" cy="1440000"/>
          </a:xfrm>
          <a:prstGeom prst="rect">
            <a:avLst/>
          </a:prstGeom>
        </p:spPr>
      </p:pic>
      <p:sp>
        <p:nvSpPr>
          <p:cNvPr id="3" name="textruta 2">
            <a:extLst>
              <a:ext uri="{FF2B5EF4-FFF2-40B4-BE49-F238E27FC236}">
                <a16:creationId xmlns:a16="http://schemas.microsoft.com/office/drawing/2014/main" id="{9227AFC8-1BE2-F880-29F7-59B8BEA27C03}"/>
              </a:ext>
            </a:extLst>
          </p:cNvPr>
          <p:cNvSpPr txBox="1"/>
          <p:nvPr/>
        </p:nvSpPr>
        <p:spPr>
          <a:xfrm>
            <a:off x="4804145" y="3291830"/>
            <a:ext cx="140775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2400" b="1" dirty="0"/>
              <a:t>ZERO</a:t>
            </a:r>
            <a:br>
              <a:rPr lang="sv-SE" sz="2400" b="1" dirty="0"/>
            </a:br>
            <a:r>
              <a:rPr lang="sv-SE" sz="1400" b="1" dirty="0"/>
              <a:t>Public </a:t>
            </a:r>
            <a:r>
              <a:rPr lang="sv-SE" sz="1400" b="1" dirty="0" err="1"/>
              <a:t>domain</a:t>
            </a:r>
            <a:endParaRPr lang="sv-SE" sz="2400" b="1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DB9684D-BAA5-F88A-F2CD-1364C05FE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77563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mph" presetSubtype="0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6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117FEAED-8D44-DF43-9DE2-3D9FEA60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520" y="1605567"/>
            <a:ext cx="910986" cy="1224137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81B7002A-44E8-ED4A-B0FC-14006FDE3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675" y="1893599"/>
            <a:ext cx="864096" cy="873388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B2F00730-CFCC-8840-B72D-05E8787F7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4134" y="1803711"/>
            <a:ext cx="1800200" cy="1164835"/>
          </a:xfrm>
          <a:prstGeom prst="rect">
            <a:avLst/>
          </a:prstGeom>
        </p:spPr>
      </p:pic>
      <p:sp>
        <p:nvSpPr>
          <p:cNvPr id="11" name="textruta 10">
            <a:extLst>
              <a:ext uri="{FF2B5EF4-FFF2-40B4-BE49-F238E27FC236}">
                <a16:creationId xmlns:a16="http://schemas.microsoft.com/office/drawing/2014/main" id="{D8AE654E-FF29-6D4D-8EF0-4D7CAD5A4F23}"/>
              </a:ext>
            </a:extLst>
          </p:cNvPr>
          <p:cNvSpPr txBox="1"/>
          <p:nvPr/>
        </p:nvSpPr>
        <p:spPr>
          <a:xfrm>
            <a:off x="354676" y="3323206"/>
            <a:ext cx="843464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sv-S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ＭＳ Ｐゴシック"/>
              </a:rPr>
              <a:t>grena.nu</a:t>
            </a:r>
            <a:r>
              <a:rPr lang="sv-SE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ＭＳ Ｐゴシック"/>
              </a:rPr>
              <a:t> – Canvas </a:t>
            </a:r>
            <a:r>
              <a:rPr lang="sv-S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ＭＳ Ｐゴシック"/>
              </a:rPr>
              <a:t>Commons</a:t>
            </a:r>
            <a:r>
              <a:rPr lang="sv-SE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ＭＳ Ｐゴシック"/>
              </a:rPr>
              <a:t> – OER </a:t>
            </a:r>
            <a:r>
              <a:rPr lang="sv-S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ＭＳ Ｐゴシック"/>
              </a:rPr>
              <a:t>Commons</a:t>
            </a:r>
            <a:r>
              <a:rPr lang="sv-SE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ＭＳ Ｐゴシック"/>
              </a:rPr>
              <a:t> – </a:t>
            </a:r>
            <a:r>
              <a:rPr lang="sv-S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ＭＳ Ｐゴシック"/>
              </a:rPr>
              <a:t>Wikimedia</a:t>
            </a:r>
            <a:r>
              <a:rPr lang="sv-SE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ＭＳ Ｐゴシック"/>
              </a:rPr>
              <a:t> </a:t>
            </a:r>
            <a:r>
              <a:rPr lang="sv-S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ＭＳ Ｐゴシック"/>
              </a:rPr>
              <a:t>Commons</a:t>
            </a:r>
            <a:endParaRPr lang="sv-SE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ＭＳ Ｐゴシック"/>
            </a:endParaRPr>
          </a:p>
        </p:txBody>
      </p:sp>
      <p:pic>
        <p:nvPicPr>
          <p:cNvPr id="2" name="Bildobjekt 1" descr="grena.nu">
            <a:extLst>
              <a:ext uri="{FF2B5EF4-FFF2-40B4-BE49-F238E27FC236}">
                <a16:creationId xmlns:a16="http://schemas.microsoft.com/office/drawing/2014/main" id="{A06F066F-793E-942C-B8B3-971D63D10C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3409" y="627168"/>
            <a:ext cx="3717182" cy="830558"/>
          </a:xfrm>
          <a:prstGeom prst="rect">
            <a:avLst/>
          </a:prstGeom>
        </p:spPr>
      </p:pic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25794EC1-D755-F5A4-024C-FF0847BB4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767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C1F60B-70DC-34B3-9E51-5EC74F986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Workshop </a:t>
            </a:r>
            <a:r>
              <a:rPr lang="sv-SE" dirty="0" err="1"/>
              <a:t>activity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086BBC5-A5B7-087A-B968-DD3EAA16799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4001" y="1440000"/>
            <a:ext cx="8136471" cy="29399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Browse</a:t>
            </a:r>
            <a:r>
              <a:rPr lang="sv-SE" dirty="0"/>
              <a:t> for </a:t>
            </a:r>
            <a:r>
              <a:rPr lang="sv-SE" dirty="0" err="1"/>
              <a:t>OER:s</a:t>
            </a:r>
            <a:r>
              <a:rPr lang="sv-SE" dirty="0"/>
              <a:t> in </a:t>
            </a:r>
            <a:r>
              <a:rPr lang="sv-SE" dirty="0" err="1"/>
              <a:t>repositories</a:t>
            </a:r>
            <a:r>
              <a:rPr lang="sv-SE" dirty="0"/>
              <a:t> (</a:t>
            </a:r>
            <a:r>
              <a:rPr lang="sv-SE" dirty="0" err="1"/>
              <a:t>grena.nu</a:t>
            </a:r>
            <a:r>
              <a:rPr lang="sv-SE" dirty="0"/>
              <a:t>, OER </a:t>
            </a:r>
            <a:r>
              <a:rPr lang="sv-SE" dirty="0" err="1"/>
              <a:t>commons</a:t>
            </a:r>
            <a:r>
              <a:rPr lang="sv-SE" dirty="0"/>
              <a:t>, Canvas </a:t>
            </a:r>
            <a:r>
              <a:rPr lang="sv-SE" dirty="0" err="1"/>
              <a:t>commons</a:t>
            </a:r>
            <a:r>
              <a:rPr lang="sv-SE" dirty="0"/>
              <a:t>)</a:t>
            </a:r>
          </a:p>
          <a:p>
            <a:pPr marL="0" indent="0">
              <a:buNone/>
            </a:pPr>
            <a:r>
              <a:rPr lang="sv-SE" i="1" dirty="0" err="1"/>
              <a:t>Reflect</a:t>
            </a:r>
            <a:r>
              <a:rPr lang="sv-SE" i="1" dirty="0"/>
              <a:t> on </a:t>
            </a:r>
            <a:r>
              <a:rPr lang="sv-SE" i="1" dirty="0" err="1"/>
              <a:t>quality</a:t>
            </a:r>
            <a:r>
              <a:rPr lang="sv-SE" i="1" dirty="0"/>
              <a:t>, </a:t>
            </a:r>
            <a:r>
              <a:rPr lang="sv-SE" i="1" dirty="0" err="1"/>
              <a:t>ease</a:t>
            </a:r>
            <a:r>
              <a:rPr lang="sv-SE" i="1" dirty="0"/>
              <a:t> </a:t>
            </a:r>
            <a:r>
              <a:rPr lang="sv-SE" i="1" dirty="0" err="1"/>
              <a:t>of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, </a:t>
            </a:r>
            <a:r>
              <a:rPr lang="sv-SE" i="1" dirty="0" err="1"/>
              <a:t>finding</a:t>
            </a:r>
            <a:r>
              <a:rPr lang="sv-SE" i="1" dirty="0"/>
              <a:t> </a:t>
            </a:r>
            <a:r>
              <a:rPr lang="sv-SE" i="1" dirty="0" err="1"/>
              <a:t>resources</a:t>
            </a:r>
            <a:r>
              <a:rPr lang="sv-SE" i="1" dirty="0"/>
              <a:t>, </a:t>
            </a:r>
            <a:r>
              <a:rPr lang="sv-SE" i="1" dirty="0" err="1"/>
              <a:t>etc</a:t>
            </a:r>
            <a:endParaRPr lang="sv-SE" i="1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b="1" dirty="0"/>
              <a:t>OR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dirty="0" err="1"/>
              <a:t>Prepare</a:t>
            </a:r>
            <a:r>
              <a:rPr lang="sv-SE" dirty="0"/>
              <a:t> and </a:t>
            </a:r>
            <a:r>
              <a:rPr lang="sv-SE" dirty="0" err="1"/>
              <a:t>share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own</a:t>
            </a:r>
            <a:r>
              <a:rPr lang="sv-SE" dirty="0"/>
              <a:t> </a:t>
            </a:r>
            <a:r>
              <a:rPr lang="sv-SE" dirty="0" err="1"/>
              <a:t>work</a:t>
            </a:r>
            <a:r>
              <a:rPr lang="sv-SE" dirty="0"/>
              <a:t> as an OER</a:t>
            </a:r>
          </a:p>
          <a:p>
            <a:pPr marL="0" indent="0">
              <a:buNone/>
            </a:pPr>
            <a:r>
              <a:rPr lang="sv-SE" i="1" dirty="0" err="1"/>
              <a:t>Reflect</a:t>
            </a:r>
            <a:r>
              <a:rPr lang="sv-SE" i="1" dirty="0"/>
              <a:t> on </a:t>
            </a:r>
            <a:r>
              <a:rPr lang="sv-SE" i="1" dirty="0" err="1"/>
              <a:t>selecting</a:t>
            </a:r>
            <a:r>
              <a:rPr lang="sv-SE" i="1" dirty="0"/>
              <a:t> </a:t>
            </a:r>
            <a:r>
              <a:rPr lang="sv-SE" i="1" dirty="0" err="1"/>
              <a:t>platform</a:t>
            </a:r>
            <a:r>
              <a:rPr lang="sv-SE" i="1" dirty="0"/>
              <a:t> and </a:t>
            </a:r>
            <a:r>
              <a:rPr lang="sv-SE" i="1" dirty="0" err="1"/>
              <a:t>license</a:t>
            </a:r>
            <a:r>
              <a:rPr lang="sv-SE" i="1" dirty="0"/>
              <a:t>, metadata, </a:t>
            </a:r>
            <a:r>
              <a:rPr lang="sv-SE" i="1" dirty="0" err="1"/>
              <a:t>ease</a:t>
            </a:r>
            <a:r>
              <a:rPr lang="sv-SE" i="1" dirty="0"/>
              <a:t> </a:t>
            </a:r>
            <a:r>
              <a:rPr lang="sv-SE" i="1" dirty="0" err="1"/>
              <a:t>of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, </a:t>
            </a:r>
            <a:r>
              <a:rPr lang="sv-SE" i="1" dirty="0" err="1"/>
              <a:t>etc</a:t>
            </a:r>
            <a:endParaRPr lang="sv-SE" i="1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83A6E8A-BFB1-6C6A-423B-74DFA6CD7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eaLnBrk="0" hangingPunct="0">
              <a:spcBef>
                <a:spcPts val="0"/>
              </a:spcBef>
              <a:buFont typeface="Arial" charset="0"/>
              <a:buNone/>
            </a:pPr>
            <a:r>
              <a:rPr lang="sv-SE"/>
              <a:t>|      DEPARTMENT OF APPLIED IT | PIL-UNIT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96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3_GU_PPTMall_190527">
  <a:themeElements>
    <a:clrScheme name="GU">
      <a:dk1>
        <a:sysClr val="windowText" lastClr="000000"/>
      </a:dk1>
      <a:lt1>
        <a:sysClr val="window" lastClr="FFFFFF"/>
      </a:lt1>
      <a:dk2>
        <a:srgbClr val="004B89"/>
      </a:dk2>
      <a:lt2>
        <a:srgbClr val="EEECE1"/>
      </a:lt2>
      <a:accent1>
        <a:srgbClr val="004B89"/>
      </a:accent1>
      <a:accent2>
        <a:srgbClr val="7A99AC"/>
      </a:accent2>
      <a:accent3>
        <a:srgbClr val="9B2743"/>
      </a:accent3>
      <a:accent4>
        <a:srgbClr val="FE5000"/>
      </a:accent4>
      <a:accent5>
        <a:srgbClr val="53682B"/>
      </a:accent5>
      <a:accent6>
        <a:srgbClr val="79CAB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GU_MALL_2019_190610_eng_v2" id="{3AD1ADC9-39F1-DA40-B802-7CC5E6080D9D}" vid="{E64519F2-790F-0245-8B12-29EA84DC301A}"/>
    </a:ext>
  </a:extLst>
</a:theme>
</file>

<file path=ppt/theme/theme2.xml><?xml version="1.0" encoding="utf-8"?>
<a:theme xmlns:a="http://schemas.openxmlformats.org/drawingml/2006/main" name="2_GU_PPTMall_190527">
  <a:themeElements>
    <a:clrScheme name="GU Tema 2020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99FDC"/>
      </a:accent1>
      <a:accent2>
        <a:srgbClr val="7357C1"/>
      </a:accent2>
      <a:accent3>
        <a:srgbClr val="1DA881"/>
      </a:accent3>
      <a:accent4>
        <a:srgbClr val="F2C33E"/>
      </a:accent4>
      <a:accent5>
        <a:srgbClr val="5B9BD5"/>
      </a:accent5>
      <a:accent6>
        <a:srgbClr val="C72473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GU_MALL_2019_190610_eng_v2" id="{3AD1ADC9-39F1-DA40-B802-7CC5E6080D9D}" vid="{CF617B5B-40EA-3142-A87F-46275CD4C717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09129be3b074fcca1de0a9cd6c52afe xmlns="b6de107f-b694-4e95-8e07-8baf2b5b38b6">
      <Terms xmlns="http://schemas.microsoft.com/office/infopath/2007/PartnerControls">
        <TermInfo xmlns="http://schemas.microsoft.com/office/infopath/2007/PartnerControls">
          <TermName xmlns="http://schemas.microsoft.com/office/infopath/2007/PartnerControls">Kommunikationsenheten</TermName>
          <TermId xmlns="http://schemas.microsoft.com/office/infopath/2007/PartnerControls">d8e4bd47-f9f1-451f-b020-7fd79937fe8c</TermId>
        </TermInfo>
      </Terms>
    </p09129be3b074fcca1de0a9cd6c52afe>
    <GU_FormDescription xmlns="b6de107f-b694-4e95-8e07-8baf2b5b38b6">Powerpointmall GU, engelsk</GU_FormDescription>
    <TaxKeywordTaxHTField xmlns="e8fa93e4-1964-46e1-be8c-6632cc7a73c8">
      <Terms xmlns="http://schemas.microsoft.com/office/infopath/2007/PartnerControls">
        <TermInfo xmlns="http://schemas.microsoft.com/office/infopath/2007/PartnerControls">
          <TermName xmlns="http://schemas.microsoft.com/office/infopath/2007/PartnerControls">Mallar visuell identitet</TermName>
          <TermId xmlns="http://schemas.microsoft.com/office/infopath/2007/PartnerControls">640064d2-7f38-4501-b4bf-ec03bcf599df</TermId>
        </TermInfo>
        <TermInfo xmlns="http://schemas.microsoft.com/office/infopath/2007/PartnerControls">
          <TermName xmlns="http://schemas.microsoft.com/office/infopath/2007/PartnerControls">PowerPointmall</TermName>
          <TermId xmlns="http://schemas.microsoft.com/office/infopath/2007/PartnerControls">4c88d192-d3b4-4f41-8f67-52c2e6672db3</TermId>
        </TermInfo>
      </Terms>
    </TaxKeywordTaxHTField>
    <f73815fef383408bad3056eee7425723 xmlns="b6de107f-b694-4e95-8e07-8baf2b5b38b6">
      <Terms xmlns="http://schemas.microsoft.com/office/infopath/2007/PartnerControls">
        <TermInfo xmlns="http://schemas.microsoft.com/office/infopath/2007/PartnerControls">
          <TermName xmlns="http://schemas.microsoft.com/office/infopath/2007/PartnerControls">Staff</TermName>
          <TermId xmlns="http://schemas.microsoft.com/office/infopath/2007/PartnerControls">da80f012-349c-4177-a6bd-7ba3c165a3ce</TermId>
        </TermInfo>
      </Terms>
    </f73815fef383408bad3056eee7425723>
    <TaxCatchAll xmlns="e8fa93e4-1964-46e1-be8c-6632cc7a73c8">
      <Value>111</Value>
      <Value>360</Value>
      <Value>69</Value>
      <Value>363</Value>
    </TaxCatchAl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GU_Blankett" ma:contentTypeID="0x010100231F3DA3D1B7794E85C21759888631A8009DBB18C6CF00B24F95A41F76F18926C1" ma:contentTypeVersion="5" ma:contentTypeDescription="Innehållstyp för lagring av blanketter" ma:contentTypeScope="" ma:versionID="3fc973551c92a24fcd56f006d2d4d4ea">
  <xsd:schema xmlns:xsd="http://www.w3.org/2001/XMLSchema" xmlns:xs="http://www.w3.org/2001/XMLSchema" xmlns:p="http://schemas.microsoft.com/office/2006/metadata/properties" xmlns:ns2="a94ff575-881d-444c-a15f-28f2022b7885" xmlns:ns3="b6de107f-b694-4e95-8e07-8baf2b5b38b6" xmlns:ns4="e8fa93e4-1964-46e1-be8c-6632cc7a73c8" targetNamespace="http://schemas.microsoft.com/office/2006/metadata/properties" ma:root="true" ma:fieldsID="81a59f2c154f1edc219e8fd26df3064b" ns2:_="" ns3:_="" ns4:_="">
    <xsd:import namespace="a94ff575-881d-444c-a15f-28f2022b7885"/>
    <xsd:import namespace="b6de107f-b694-4e95-8e07-8baf2b5b38b6"/>
    <xsd:import namespace="e8fa93e4-1964-46e1-be8c-6632cc7a73c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3:_dlc_DocIdUrl" minOccurs="0"/>
                <xsd:element ref="ns3:_dlc_DocIdPersistId" minOccurs="0"/>
                <xsd:element ref="ns3:f73815fef383408bad3056eee7425723" minOccurs="0"/>
                <xsd:element ref="ns4:TaxCatchAll" minOccurs="0"/>
                <xsd:element ref="ns4:TaxCatchAllLabel" minOccurs="0"/>
                <xsd:element ref="ns3:p09129be3b074fcca1de0a9cd6c52afe" minOccurs="0"/>
                <xsd:element ref="ns4:TaxKeywordTaxHTField" minOccurs="0"/>
                <xsd:element ref="ns3:GU_Form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ff575-881d-444c-a15f-28f2022b788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kument-ID-värde" ma:description="" ma:internalName="_dlc_DocId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de107f-b694-4e95-8e07-8baf2b5b38b6" elementFormDefault="qualified">
    <xsd:import namespace="http://schemas.microsoft.com/office/2006/documentManagement/types"/>
    <xsd:import namespace="http://schemas.microsoft.com/office/infopath/2007/PartnerControls"/>
    <xsd:element name="_dlc_DocIdUrl" ma:index="9" nillable="true" ma:displayName="Document ID" ma:description="Permanent länk till det här dokumente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Spara ID" ma:description="Behåll ID vid tillägg." ma:hidden="true" ma:internalName="_dlc_DocIdPersistId" ma:readOnly="true">
      <xsd:simpleType>
        <xsd:restriction base="dms:Boolean"/>
      </xsd:simpleType>
    </xsd:element>
    <xsd:element name="f73815fef383408bad3056eee7425723" ma:index="11" nillable="true" ma:taxonomy="true" ma:internalName="f73815fef383408bad3056eee7425723" ma:taxonomyFieldName="GU_FormType" ma:displayName="Typ av blankett" ma:default="" ma:fieldId="{f73815fe-f383-408b-ad30-56eee7425723}" ma:sspId="85cde726-cec2-4dbf-bde0-2c3495ee07fa" ma:termSetId="419540a5-1524-4808-b5d5-a0c10188694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09129be3b074fcca1de0a9cd6c52afe" ma:index="15" nillable="true" ma:taxonomy="true" ma:internalName="p09129be3b074fcca1de0a9cd6c52afe" ma:taxonomyFieldName="GU_FormOrganisation" ma:displayName="Organisationsenhet" ma:default="" ma:fieldId="{909129be-3b07-4fcc-a1de-0a9cd6c52afe}" ma:sspId="85cde726-cec2-4dbf-bde0-2c3495ee07fa" ma:termSetId="938bbb0a-f50e-4d72-96c1-d7b7216eae1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U_FormDescription" ma:index="19" nillable="true" ma:displayName="Beskrivning av blankett" ma:default="" ma:description="" ma:internalName="GU_Form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a93e4-1964-46e1-be8c-6632cc7a73c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66e41a4-b33b-4c11-9054-3cb4e5b0c488}" ma:internalName="TaxCatchAll" ma:showField="CatchAllData" ma:web="1b4c79d9-dfe2-4735-89eb-46a0b18b46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c66e41a4-b33b-4c11-9054-3cb4e5b0c488}" ma:internalName="TaxCatchAllLabel" ma:readOnly="true" ma:showField="CatchAllDataLabel" ma:web="1b4c79d9-dfe2-4735-89eb-46a0b18b46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7" nillable="true" ma:taxonomy="true" ma:internalName="TaxKeywordTaxHTField" ma:taxonomyFieldName="TaxKeyword" ma:displayName="Företagsnyckelord" ma:fieldId="{23f27201-bee3-471e-b2e7-b64fd8b7ca38}" ma:taxonomyMulti="true" ma:sspId="85cde726-cec2-4dbf-bde0-2c3495ee07f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85cde726-cec2-4dbf-bde0-2c3495ee07fa" ContentTypeId="0x010100231F3DA3D1B7794E85C21759888631A8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F50562-E0D8-415B-B5DE-6620C78F45B9}">
  <ds:schemaRefs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a94ff575-881d-444c-a15f-28f2022b7885"/>
    <ds:schemaRef ds:uri="http://www.w3.org/XML/1998/namespace"/>
    <ds:schemaRef ds:uri="http://schemas.openxmlformats.org/package/2006/metadata/core-properties"/>
    <ds:schemaRef ds:uri="e8fa93e4-1964-46e1-be8c-6632cc7a73c8"/>
    <ds:schemaRef ds:uri="b6de107f-b694-4e95-8e07-8baf2b5b38b6"/>
  </ds:schemaRefs>
</ds:datastoreItem>
</file>

<file path=customXml/itemProps2.xml><?xml version="1.0" encoding="utf-8"?>
<ds:datastoreItem xmlns:ds="http://schemas.openxmlformats.org/officeDocument/2006/customXml" ds:itemID="{5240D6FB-41E1-4754-88B6-88BA2B1278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4ff575-881d-444c-a15f-28f2022b7885"/>
    <ds:schemaRef ds:uri="b6de107f-b694-4e95-8e07-8baf2b5b38b6"/>
    <ds:schemaRef ds:uri="e8fa93e4-1964-46e1-be8c-6632cc7a73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9D459D-3F18-4CC3-A6A5-6D569BC24863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055F5724-C56F-45F8-B187-358BCAE0C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3_GU_PPTMall_190527</Template>
  <TotalTime>1826</TotalTime>
  <Words>1537</Words>
  <Application>Microsoft Macintosh PowerPoint</Application>
  <PresentationFormat>Bildspel på skärmen (16:9)</PresentationFormat>
  <Paragraphs>173</Paragraphs>
  <Slides>17</Slides>
  <Notes>15</Notes>
  <HiddenSlides>0</HiddenSlides>
  <MMClips>0</MMClips>
  <ScaleCrop>false</ScaleCrop>
  <HeadingPairs>
    <vt:vector size="6" baseType="variant">
      <vt:variant>
        <vt:lpstr>Använt teckensnitt</vt:lpstr>
      </vt:variant>
      <vt:variant>
        <vt:i4>7</vt:i4>
      </vt:variant>
      <vt:variant>
        <vt:lpstr>Tema</vt:lpstr>
      </vt:variant>
      <vt:variant>
        <vt:i4>2</vt:i4>
      </vt:variant>
      <vt:variant>
        <vt:lpstr>Bildrubriker</vt:lpstr>
      </vt:variant>
      <vt:variant>
        <vt:i4>17</vt:i4>
      </vt:variant>
    </vt:vector>
  </HeadingPairs>
  <TitlesOfParts>
    <vt:vector size="26" baseType="lpstr">
      <vt:lpstr>ＭＳ Ｐゴシック</vt:lpstr>
      <vt:lpstr>Arial</vt:lpstr>
      <vt:lpstr>Arial Black</vt:lpstr>
      <vt:lpstr>Arial Bold</vt:lpstr>
      <vt:lpstr>Arial Narrow</vt:lpstr>
      <vt:lpstr>Calibri</vt:lpstr>
      <vt:lpstr>Wingdings</vt:lpstr>
      <vt:lpstr>3_GU_PPTMall_190527</vt:lpstr>
      <vt:lpstr>2_GU_PPTMall_190527</vt:lpstr>
      <vt:lpstr>Open educational resources (OER) </vt:lpstr>
      <vt:lpstr>Workshop content</vt:lpstr>
      <vt:lpstr>PowerPoint-presentation</vt:lpstr>
      <vt:lpstr>Conceptualising OEP (Cronin &amp; MacLaren, 2018)   </vt:lpstr>
      <vt:lpstr>Sharing culture – open practices 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Workshop activity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Mattias von Feilitzen</dc:creator>
  <cp:keywords>PowerPointmall; Mallar visuell identitet</cp:keywords>
  <cp:lastModifiedBy>Mattias von Feilitzen</cp:lastModifiedBy>
  <cp:revision>1</cp:revision>
  <cp:lastPrinted>2019-03-25T10:35:10Z</cp:lastPrinted>
  <dcterms:created xsi:type="dcterms:W3CDTF">2026-05-04T07:15:16Z</dcterms:created>
  <dcterms:modified xsi:type="dcterms:W3CDTF">2026-05-08T10:21:48Z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0x010100231F3DA3D1B7794E85C21759888631A8009DBB18C6CF00B24F95A41F76F18926C1</vt:lpwstr>
  </property>
  <property fmtid="{D5CDD505-2E9C-101B-9397-08002B2CF9AE}" pid="3" name="TaxKeyword">
    <vt:lpwstr>360;#Mallar visuell identitet|640064d2-7f38-4501-b4bf-ec03bcf599df;#363;#PowerPointmall|4c88d192-d3b4-4f41-8f67-52c2e6672db3</vt:lpwstr>
  </property>
  <property fmtid="{D5CDD505-2E9C-101B-9397-08002B2CF9AE}" pid="4" name="GU_FormOrganisation">
    <vt:lpwstr>69;#Kommunikationsenheten|d8e4bd47-f9f1-451f-b020-7fd79937fe8c</vt:lpwstr>
  </property>
  <property fmtid="{D5CDD505-2E9C-101B-9397-08002B2CF9AE}" pid="5" name="GU_FormType">
    <vt:lpwstr>111;#Staff|da80f012-349c-4177-a6bd-7ba3c165a3ce</vt:lpwstr>
  </property>
</Properties>
</file>